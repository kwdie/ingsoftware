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9a674b1a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69a674b1a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9a674b1a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9a674b1a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9a674b1a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9a674b1a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9a674b1a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9a674b1a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9a674b1a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9a674b1a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519700" y="1185000"/>
            <a:ext cx="5160600" cy="883500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82000" fadeDir="5400012" kx="0" rotWithShape="0" algn="bl" stA="40000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       CASO ADUANAS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6442350" y="3335000"/>
            <a:ext cx="22167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sz="1300">
                <a:solidFill>
                  <a:schemeClr val="lt1"/>
                </a:solidFill>
              </a:rPr>
              <a:t>Integrantes 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</a:rPr>
              <a:t>Miguel Villarroel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</a:rPr>
              <a:t>Cristian Urcullu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</a:rPr>
              <a:t>Adriano Contreras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</a:rPr>
              <a:t>Diego Torres</a:t>
            </a:r>
            <a:endParaRPr sz="1300">
              <a:solidFill>
                <a:schemeClr val="lt1"/>
              </a:solidFill>
            </a:endParaRPr>
          </a:p>
          <a:p>
            <a:pPr indent="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0" y="101150"/>
            <a:ext cx="2745875" cy="8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260700" y="227025"/>
            <a:ext cx="38988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Contexto del problema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4449425" y="107400"/>
            <a:ext cx="4479000" cy="4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31150" y="227025"/>
            <a:ext cx="36405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Diseños del prototipo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(proposito, mockup)</a:t>
            </a:r>
            <a:endParaRPr/>
          </a:p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4449425" y="107400"/>
            <a:ext cx="4479000" cy="4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166750" y="227025"/>
            <a:ext cx="4119900" cy="8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Evaluación</a:t>
            </a:r>
            <a:r>
              <a:rPr b="1" lang="es"/>
              <a:t> de calidad basada en </a:t>
            </a:r>
            <a:r>
              <a:rPr b="1" lang="es"/>
              <a:t>Heuristica</a:t>
            </a:r>
            <a:r>
              <a:rPr b="1" lang="es"/>
              <a:t> de nielsen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(proposito y checklist)</a:t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4449425" y="107400"/>
            <a:ext cx="4479000" cy="4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213700" y="203550"/>
            <a:ext cx="38754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</a:t>
            </a:r>
            <a:r>
              <a:rPr b="1" lang="es"/>
              <a:t>ontrol de versiones y </a:t>
            </a:r>
            <a:r>
              <a:rPr b="1" lang="es"/>
              <a:t>práctica</a:t>
            </a:r>
            <a:r>
              <a:rPr b="1" lang="es"/>
              <a:t> usada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449425" y="107400"/>
            <a:ext cx="4479000" cy="4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0" y="1612125"/>
            <a:ext cx="1956600" cy="1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4449425" y="107400"/>
            <a:ext cx="44790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Herramienta usada: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Git y GitHub fueron las herramientas elegidas para gestionar versiones y colaborar como equipo.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Práctica usada: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aplicó versionado secuencial (v1, v2, v3...), registrando cada avance importante del proyecto: creación del DAS, mejoras en los mockups, validación de usabilidad, etc.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Justificación: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GitHub permite trabajar en equipo, guardar el historial de cambios, usar ramas para dividir tareas y centralizar todo el código y documentación del sistema.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