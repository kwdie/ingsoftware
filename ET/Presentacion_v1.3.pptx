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Roboto"/>
      <p:regular r:id="rId23"/>
      <p:bold r:id="rId24"/>
      <p:italic r:id="rId25"/>
      <p:boldItalic r:id="rId26"/>
    </p:embeddedFont>
    <p:embeddedFont>
      <p:font typeface="Merriweather"/>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Merriweather-bold.fntdata"/><Relationship Id="rId27" Type="http://schemas.openxmlformats.org/officeDocument/2006/relationships/font" Target="fonts/Merriweather-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Merriweather-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Merriweather-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69a674b1af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g369a674b1af_0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69a674b1af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69a674b1af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6d97cfb78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g36d97cfb78f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6d97cfb78f_2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g36d97cfb78f_2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6d97cfb78f_1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g36d97cfb78f_1_1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6d97cfb78f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g36d97cfb78f_1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6d97cfb78f_1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6d97cfb78f_1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6d97cfb78f_1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6d97cfb78f_1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6d97cfb78f_1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6d97cfb78f_1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6d97cfb78f_1_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6d97cfb78f_1_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6d97cfb78f_1_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6d97cfb78f_1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6d97cfb78f_1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6d97cfb78f_1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69a674b1af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69a674b1af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69a674b1af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69a674b1af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69a674b1af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69a674b1af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6c1ece50d3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6c1ece50d3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64" name="Shape 64"/>
        <p:cNvGrpSpPr/>
        <p:nvPr/>
      </p:nvGrpSpPr>
      <p:grpSpPr>
        <a:xfrm>
          <a:off x="0" y="0"/>
          <a:ext cx="0" cy="0"/>
          <a:chOff x="0" y="0"/>
          <a:chExt cx="0" cy="0"/>
        </a:xfrm>
      </p:grpSpPr>
      <p:sp>
        <p:nvSpPr>
          <p:cNvPr id="65" name="Google Shape;65;p14"/>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66" name="Google Shape;66;p14"/>
          <p:cNvSpPr txBox="1"/>
          <p:nvPr>
            <p:ph type="ctrTitle"/>
          </p:nvPr>
        </p:nvSpPr>
        <p:spPr>
          <a:xfrm>
            <a:off x="311700" y="539725"/>
            <a:ext cx="8520600" cy="1282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67" name="Google Shape;67;p14"/>
          <p:cNvSpPr txBox="1"/>
          <p:nvPr>
            <p:ph idx="1" type="subTitle"/>
          </p:nvPr>
        </p:nvSpPr>
        <p:spPr>
          <a:xfrm>
            <a:off x="311700" y="1878560"/>
            <a:ext cx="4242600" cy="738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2"/>
              </a:buClr>
              <a:buSzPts val="1600"/>
              <a:buNone/>
              <a:defRPr sz="1600">
                <a:solidFill>
                  <a:schemeClr val="lt2"/>
                </a:solidFill>
              </a:defRPr>
            </a:lvl1pPr>
            <a:lvl2pPr lvl="1" algn="l">
              <a:lnSpc>
                <a:spcPct val="100000"/>
              </a:lnSpc>
              <a:spcBef>
                <a:spcPts val="0"/>
              </a:spcBef>
              <a:spcAft>
                <a:spcPts val="0"/>
              </a:spcAft>
              <a:buClr>
                <a:schemeClr val="lt2"/>
              </a:buClr>
              <a:buSzPts val="1600"/>
              <a:buNone/>
              <a:defRPr sz="1600">
                <a:solidFill>
                  <a:schemeClr val="lt2"/>
                </a:solidFill>
              </a:defRPr>
            </a:lvl2pPr>
            <a:lvl3pPr lvl="2" algn="l">
              <a:lnSpc>
                <a:spcPct val="100000"/>
              </a:lnSpc>
              <a:spcBef>
                <a:spcPts val="0"/>
              </a:spcBef>
              <a:spcAft>
                <a:spcPts val="0"/>
              </a:spcAft>
              <a:buClr>
                <a:schemeClr val="lt2"/>
              </a:buClr>
              <a:buSzPts val="1600"/>
              <a:buNone/>
              <a:defRPr sz="1600">
                <a:solidFill>
                  <a:schemeClr val="lt2"/>
                </a:solidFill>
              </a:defRPr>
            </a:lvl3pPr>
            <a:lvl4pPr lvl="3" algn="l">
              <a:lnSpc>
                <a:spcPct val="100000"/>
              </a:lnSpc>
              <a:spcBef>
                <a:spcPts val="0"/>
              </a:spcBef>
              <a:spcAft>
                <a:spcPts val="0"/>
              </a:spcAft>
              <a:buClr>
                <a:schemeClr val="lt2"/>
              </a:buClr>
              <a:buSzPts val="1600"/>
              <a:buNone/>
              <a:defRPr sz="1600">
                <a:solidFill>
                  <a:schemeClr val="lt2"/>
                </a:solidFill>
              </a:defRPr>
            </a:lvl4pPr>
            <a:lvl5pPr lvl="4" algn="l">
              <a:lnSpc>
                <a:spcPct val="100000"/>
              </a:lnSpc>
              <a:spcBef>
                <a:spcPts val="0"/>
              </a:spcBef>
              <a:spcAft>
                <a:spcPts val="0"/>
              </a:spcAft>
              <a:buClr>
                <a:schemeClr val="lt2"/>
              </a:buClr>
              <a:buSzPts val="1600"/>
              <a:buNone/>
              <a:defRPr sz="1600">
                <a:solidFill>
                  <a:schemeClr val="lt2"/>
                </a:solidFill>
              </a:defRPr>
            </a:lvl5pPr>
            <a:lvl6pPr lvl="5" algn="l">
              <a:lnSpc>
                <a:spcPct val="100000"/>
              </a:lnSpc>
              <a:spcBef>
                <a:spcPts val="0"/>
              </a:spcBef>
              <a:spcAft>
                <a:spcPts val="0"/>
              </a:spcAft>
              <a:buClr>
                <a:schemeClr val="lt2"/>
              </a:buClr>
              <a:buSzPts val="1600"/>
              <a:buNone/>
              <a:defRPr sz="1600">
                <a:solidFill>
                  <a:schemeClr val="lt2"/>
                </a:solidFill>
              </a:defRPr>
            </a:lvl6pPr>
            <a:lvl7pPr lvl="6" algn="l">
              <a:lnSpc>
                <a:spcPct val="100000"/>
              </a:lnSpc>
              <a:spcBef>
                <a:spcPts val="0"/>
              </a:spcBef>
              <a:spcAft>
                <a:spcPts val="0"/>
              </a:spcAft>
              <a:buClr>
                <a:schemeClr val="lt2"/>
              </a:buClr>
              <a:buSzPts val="1600"/>
              <a:buNone/>
              <a:defRPr sz="1600">
                <a:solidFill>
                  <a:schemeClr val="lt2"/>
                </a:solidFill>
              </a:defRPr>
            </a:lvl7pPr>
            <a:lvl8pPr lvl="7" algn="l">
              <a:lnSpc>
                <a:spcPct val="100000"/>
              </a:lnSpc>
              <a:spcBef>
                <a:spcPts val="0"/>
              </a:spcBef>
              <a:spcAft>
                <a:spcPts val="0"/>
              </a:spcAft>
              <a:buClr>
                <a:schemeClr val="lt2"/>
              </a:buClr>
              <a:buSzPts val="1600"/>
              <a:buNone/>
              <a:defRPr sz="1600">
                <a:solidFill>
                  <a:schemeClr val="lt2"/>
                </a:solidFill>
              </a:defRPr>
            </a:lvl8pPr>
            <a:lvl9pPr lvl="8" algn="l">
              <a:lnSpc>
                <a:spcPct val="100000"/>
              </a:lnSpc>
              <a:spcBef>
                <a:spcPts val="0"/>
              </a:spcBef>
              <a:spcAft>
                <a:spcPts val="0"/>
              </a:spcAft>
              <a:buClr>
                <a:schemeClr val="lt2"/>
              </a:buClr>
              <a:buSzPts val="1600"/>
              <a:buNone/>
              <a:defRPr sz="1600">
                <a:solidFill>
                  <a:schemeClr val="lt2"/>
                </a:solidFill>
              </a:defRPr>
            </a:lvl9pPr>
          </a:lstStyle>
          <a:p/>
        </p:txBody>
      </p:sp>
      <p:sp>
        <p:nvSpPr>
          <p:cNvPr id="68" name="Google Shape;6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9" name="Shape 69"/>
        <p:cNvGrpSpPr/>
        <p:nvPr/>
      </p:nvGrpSpPr>
      <p:grpSpPr>
        <a:xfrm>
          <a:off x="0" y="0"/>
          <a:ext cx="0" cy="0"/>
          <a:chOff x="0" y="0"/>
          <a:chExt cx="0" cy="0"/>
        </a:xfrm>
      </p:grpSpPr>
      <p:sp>
        <p:nvSpPr>
          <p:cNvPr id="70" name="Google Shape;70;p15"/>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5"/>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72" name="Google Shape;72;p15"/>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73" name="Google Shape;73;p15"/>
          <p:cNvSpPr txBox="1"/>
          <p:nvPr>
            <p:ph type="title"/>
          </p:nvPr>
        </p:nvSpPr>
        <p:spPr>
          <a:xfrm>
            <a:off x="311725" y="500925"/>
            <a:ext cx="3706500" cy="250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74" name="Google Shape;74;p15"/>
          <p:cNvSpPr txBox="1"/>
          <p:nvPr>
            <p:ph idx="1" type="body"/>
          </p:nvPr>
        </p:nvSpPr>
        <p:spPr>
          <a:xfrm>
            <a:off x="4644675" y="500925"/>
            <a:ext cx="4166400" cy="40986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5" name="Google Shape;75;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76" name="Shape 76"/>
        <p:cNvGrpSpPr/>
        <p:nvPr/>
      </p:nvGrpSpPr>
      <p:grpSpPr>
        <a:xfrm>
          <a:off x="0" y="0"/>
          <a:ext cx="0" cy="0"/>
          <a:chOff x="0" y="0"/>
          <a:chExt cx="0" cy="0"/>
        </a:xfrm>
      </p:grpSpPr>
      <p:sp>
        <p:nvSpPr>
          <p:cNvPr id="77" name="Google Shape;77;p16"/>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78" name="Google Shape;78;p16"/>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79" name="Google Shape;79;p16"/>
          <p:cNvSpPr txBox="1"/>
          <p:nvPr>
            <p:ph type="title"/>
          </p:nvPr>
        </p:nvSpPr>
        <p:spPr>
          <a:xfrm>
            <a:off x="311700" y="539725"/>
            <a:ext cx="8520600" cy="1282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80" name="Google Shape;80;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1" name="Shape 81"/>
        <p:cNvGrpSpPr/>
        <p:nvPr/>
      </p:nvGrpSpPr>
      <p:grpSpPr>
        <a:xfrm>
          <a:off x="0" y="0"/>
          <a:ext cx="0" cy="0"/>
          <a:chOff x="0" y="0"/>
          <a:chExt cx="0" cy="0"/>
        </a:xfrm>
      </p:grpSpPr>
      <p:sp>
        <p:nvSpPr>
          <p:cNvPr id="82" name="Google Shape;82;p17"/>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7"/>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84" name="Google Shape;84;p17"/>
          <p:cNvSpPr txBox="1"/>
          <p:nvPr>
            <p:ph idx="1" type="body"/>
          </p:nvPr>
        </p:nvSpPr>
        <p:spPr>
          <a:xfrm>
            <a:off x="311700" y="1505700"/>
            <a:ext cx="3999900" cy="3076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85" name="Google Shape;85;p17"/>
          <p:cNvSpPr txBox="1"/>
          <p:nvPr>
            <p:ph idx="2" type="body"/>
          </p:nvPr>
        </p:nvSpPr>
        <p:spPr>
          <a:xfrm>
            <a:off x="4832400" y="1505700"/>
            <a:ext cx="3999900" cy="3076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86" name="Google Shape;8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7" name="Shape 87"/>
        <p:cNvGrpSpPr/>
        <p:nvPr/>
      </p:nvGrpSpPr>
      <p:grpSpPr>
        <a:xfrm>
          <a:off x="0" y="0"/>
          <a:ext cx="0" cy="0"/>
          <a:chOff x="0" y="0"/>
          <a:chExt cx="0" cy="0"/>
        </a:xfrm>
      </p:grpSpPr>
      <p:sp>
        <p:nvSpPr>
          <p:cNvPr id="88" name="Google Shape;88;p18"/>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18"/>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90" name="Google Shape;90;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1" name="Shape 91"/>
        <p:cNvGrpSpPr/>
        <p:nvPr/>
      </p:nvGrpSpPr>
      <p:grpSpPr>
        <a:xfrm>
          <a:off x="0" y="0"/>
          <a:ext cx="0" cy="0"/>
          <a:chOff x="0" y="0"/>
          <a:chExt cx="0" cy="0"/>
        </a:xfrm>
      </p:grpSpPr>
      <p:sp>
        <p:nvSpPr>
          <p:cNvPr id="92" name="Google Shape;92;p19"/>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19"/>
          <p:cNvSpPr txBox="1"/>
          <p:nvPr>
            <p:ph type="title"/>
          </p:nvPr>
        </p:nvSpPr>
        <p:spPr>
          <a:xfrm>
            <a:off x="311725" y="500925"/>
            <a:ext cx="3127500" cy="1829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94" name="Google Shape;94;p19"/>
          <p:cNvSpPr txBox="1"/>
          <p:nvPr>
            <p:ph idx="1" type="body"/>
          </p:nvPr>
        </p:nvSpPr>
        <p:spPr>
          <a:xfrm>
            <a:off x="311700" y="2390650"/>
            <a:ext cx="3127500" cy="229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accent2"/>
              </a:buClr>
              <a:buSzPts val="1300"/>
              <a:buChar char="●"/>
              <a:defRPr>
                <a:solidFill>
                  <a:schemeClr val="accent2"/>
                </a:solidFill>
              </a:defRPr>
            </a:lvl1pPr>
            <a:lvl2pPr indent="-298450" lvl="1" marL="914400" algn="l">
              <a:lnSpc>
                <a:spcPct val="115000"/>
              </a:lnSpc>
              <a:spcBef>
                <a:spcPts val="0"/>
              </a:spcBef>
              <a:spcAft>
                <a:spcPts val="0"/>
              </a:spcAft>
              <a:buClr>
                <a:schemeClr val="accent2"/>
              </a:buClr>
              <a:buSzPts val="1100"/>
              <a:buChar char="○"/>
              <a:defRPr>
                <a:solidFill>
                  <a:schemeClr val="accent2"/>
                </a:solidFill>
              </a:defRPr>
            </a:lvl2pPr>
            <a:lvl3pPr indent="-298450" lvl="2" marL="1371600" algn="l">
              <a:lnSpc>
                <a:spcPct val="115000"/>
              </a:lnSpc>
              <a:spcBef>
                <a:spcPts val="0"/>
              </a:spcBef>
              <a:spcAft>
                <a:spcPts val="0"/>
              </a:spcAft>
              <a:buClr>
                <a:schemeClr val="accent2"/>
              </a:buClr>
              <a:buSzPts val="1100"/>
              <a:buChar char="■"/>
              <a:defRPr>
                <a:solidFill>
                  <a:schemeClr val="accent2"/>
                </a:solidFill>
              </a:defRPr>
            </a:lvl3pPr>
            <a:lvl4pPr indent="-298450" lvl="3" marL="1828800" algn="l">
              <a:lnSpc>
                <a:spcPct val="115000"/>
              </a:lnSpc>
              <a:spcBef>
                <a:spcPts val="0"/>
              </a:spcBef>
              <a:spcAft>
                <a:spcPts val="0"/>
              </a:spcAft>
              <a:buClr>
                <a:schemeClr val="accent2"/>
              </a:buClr>
              <a:buSzPts val="1100"/>
              <a:buChar char="●"/>
              <a:defRPr>
                <a:solidFill>
                  <a:schemeClr val="accent2"/>
                </a:solidFill>
              </a:defRPr>
            </a:lvl4pPr>
            <a:lvl5pPr indent="-298450" lvl="4" marL="2286000" algn="l">
              <a:lnSpc>
                <a:spcPct val="115000"/>
              </a:lnSpc>
              <a:spcBef>
                <a:spcPts val="0"/>
              </a:spcBef>
              <a:spcAft>
                <a:spcPts val="0"/>
              </a:spcAft>
              <a:buClr>
                <a:schemeClr val="accent2"/>
              </a:buClr>
              <a:buSzPts val="1100"/>
              <a:buChar char="○"/>
              <a:defRPr>
                <a:solidFill>
                  <a:schemeClr val="accent2"/>
                </a:solidFill>
              </a:defRPr>
            </a:lvl5pPr>
            <a:lvl6pPr indent="-298450" lvl="5" marL="2743200" algn="l">
              <a:lnSpc>
                <a:spcPct val="115000"/>
              </a:lnSpc>
              <a:spcBef>
                <a:spcPts val="0"/>
              </a:spcBef>
              <a:spcAft>
                <a:spcPts val="0"/>
              </a:spcAft>
              <a:buClr>
                <a:schemeClr val="accent2"/>
              </a:buClr>
              <a:buSzPts val="1100"/>
              <a:buChar char="■"/>
              <a:defRPr>
                <a:solidFill>
                  <a:schemeClr val="accent2"/>
                </a:solidFill>
              </a:defRPr>
            </a:lvl6pPr>
            <a:lvl7pPr indent="-298450" lvl="6" marL="3200400" algn="l">
              <a:lnSpc>
                <a:spcPct val="115000"/>
              </a:lnSpc>
              <a:spcBef>
                <a:spcPts val="0"/>
              </a:spcBef>
              <a:spcAft>
                <a:spcPts val="0"/>
              </a:spcAft>
              <a:buClr>
                <a:schemeClr val="accent2"/>
              </a:buClr>
              <a:buSzPts val="1100"/>
              <a:buChar char="●"/>
              <a:defRPr>
                <a:solidFill>
                  <a:schemeClr val="accent2"/>
                </a:solidFill>
              </a:defRPr>
            </a:lvl7pPr>
            <a:lvl8pPr indent="-298450" lvl="7" marL="3657600" algn="l">
              <a:lnSpc>
                <a:spcPct val="115000"/>
              </a:lnSpc>
              <a:spcBef>
                <a:spcPts val="0"/>
              </a:spcBef>
              <a:spcAft>
                <a:spcPts val="0"/>
              </a:spcAft>
              <a:buClr>
                <a:schemeClr val="accent2"/>
              </a:buClr>
              <a:buSzPts val="1100"/>
              <a:buChar char="○"/>
              <a:defRPr>
                <a:solidFill>
                  <a:schemeClr val="accent2"/>
                </a:solidFill>
              </a:defRPr>
            </a:lvl8pPr>
            <a:lvl9pPr indent="-298450" lvl="8" marL="4114800" algn="l">
              <a:lnSpc>
                <a:spcPct val="115000"/>
              </a:lnSpc>
              <a:spcBef>
                <a:spcPts val="0"/>
              </a:spcBef>
              <a:spcAft>
                <a:spcPts val="0"/>
              </a:spcAft>
              <a:buClr>
                <a:schemeClr val="accent2"/>
              </a:buClr>
              <a:buSzPts val="1100"/>
              <a:buChar char="■"/>
              <a:defRPr>
                <a:solidFill>
                  <a:schemeClr val="accent2"/>
                </a:solidFill>
              </a:defRPr>
            </a:lvl9pPr>
          </a:lstStyle>
          <a:p/>
        </p:txBody>
      </p:sp>
      <p:sp>
        <p:nvSpPr>
          <p:cNvPr id="95" name="Google Shape;95;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96" name="Shape 96"/>
        <p:cNvGrpSpPr/>
        <p:nvPr/>
      </p:nvGrpSpPr>
      <p:grpSpPr>
        <a:xfrm>
          <a:off x="0" y="0"/>
          <a:ext cx="0" cy="0"/>
          <a:chOff x="0" y="0"/>
          <a:chExt cx="0" cy="0"/>
        </a:xfrm>
      </p:grpSpPr>
      <p:sp>
        <p:nvSpPr>
          <p:cNvPr id="97" name="Google Shape;97;p20"/>
          <p:cNvSpPr txBox="1"/>
          <p:nvPr>
            <p:ph type="title"/>
          </p:nvPr>
        </p:nvSpPr>
        <p:spPr>
          <a:xfrm>
            <a:off x="311675" y="798600"/>
            <a:ext cx="6247800" cy="35463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98" name="Google Shape;98;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9" name="Shape 99"/>
        <p:cNvGrpSpPr/>
        <p:nvPr/>
      </p:nvGrpSpPr>
      <p:grpSpPr>
        <a:xfrm>
          <a:off x="0" y="0"/>
          <a:ext cx="0" cy="0"/>
          <a:chOff x="0" y="0"/>
          <a:chExt cx="0" cy="0"/>
        </a:xfrm>
      </p:grpSpPr>
      <p:sp>
        <p:nvSpPr>
          <p:cNvPr id="100" name="Google Shape;100;p21"/>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21"/>
          <p:cNvSpPr txBox="1"/>
          <p:nvPr>
            <p:ph type="title"/>
          </p:nvPr>
        </p:nvSpPr>
        <p:spPr>
          <a:xfrm>
            <a:off x="311300" y="500925"/>
            <a:ext cx="3704400" cy="2049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102" name="Google Shape;102;p21"/>
          <p:cNvSpPr txBox="1"/>
          <p:nvPr>
            <p:ph idx="1" type="subTitle"/>
          </p:nvPr>
        </p:nvSpPr>
        <p:spPr>
          <a:xfrm>
            <a:off x="304800" y="2626725"/>
            <a:ext cx="3704400" cy="926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accent2"/>
              </a:buClr>
              <a:buSzPts val="1600"/>
              <a:buNone/>
              <a:defRPr sz="1600">
                <a:solidFill>
                  <a:schemeClr val="accent2"/>
                </a:solidFill>
              </a:defRPr>
            </a:lvl1pPr>
            <a:lvl2pPr lvl="1" algn="l">
              <a:lnSpc>
                <a:spcPct val="100000"/>
              </a:lnSpc>
              <a:spcBef>
                <a:spcPts val="0"/>
              </a:spcBef>
              <a:spcAft>
                <a:spcPts val="0"/>
              </a:spcAft>
              <a:buClr>
                <a:schemeClr val="accent2"/>
              </a:buClr>
              <a:buSzPts val="1600"/>
              <a:buNone/>
              <a:defRPr sz="1600">
                <a:solidFill>
                  <a:schemeClr val="accent2"/>
                </a:solidFill>
              </a:defRPr>
            </a:lvl2pPr>
            <a:lvl3pPr lvl="2" algn="l">
              <a:lnSpc>
                <a:spcPct val="100000"/>
              </a:lnSpc>
              <a:spcBef>
                <a:spcPts val="0"/>
              </a:spcBef>
              <a:spcAft>
                <a:spcPts val="0"/>
              </a:spcAft>
              <a:buClr>
                <a:schemeClr val="accent2"/>
              </a:buClr>
              <a:buSzPts val="1600"/>
              <a:buNone/>
              <a:defRPr sz="1600">
                <a:solidFill>
                  <a:schemeClr val="accent2"/>
                </a:solidFill>
              </a:defRPr>
            </a:lvl3pPr>
            <a:lvl4pPr lvl="3" algn="l">
              <a:lnSpc>
                <a:spcPct val="100000"/>
              </a:lnSpc>
              <a:spcBef>
                <a:spcPts val="0"/>
              </a:spcBef>
              <a:spcAft>
                <a:spcPts val="0"/>
              </a:spcAft>
              <a:buClr>
                <a:schemeClr val="accent2"/>
              </a:buClr>
              <a:buSzPts val="1600"/>
              <a:buNone/>
              <a:defRPr sz="1600">
                <a:solidFill>
                  <a:schemeClr val="accent2"/>
                </a:solidFill>
              </a:defRPr>
            </a:lvl4pPr>
            <a:lvl5pPr lvl="4" algn="l">
              <a:lnSpc>
                <a:spcPct val="100000"/>
              </a:lnSpc>
              <a:spcBef>
                <a:spcPts val="0"/>
              </a:spcBef>
              <a:spcAft>
                <a:spcPts val="0"/>
              </a:spcAft>
              <a:buClr>
                <a:schemeClr val="accent2"/>
              </a:buClr>
              <a:buSzPts val="1600"/>
              <a:buNone/>
              <a:defRPr sz="1600">
                <a:solidFill>
                  <a:schemeClr val="accent2"/>
                </a:solidFill>
              </a:defRPr>
            </a:lvl5pPr>
            <a:lvl6pPr lvl="5" algn="l">
              <a:lnSpc>
                <a:spcPct val="100000"/>
              </a:lnSpc>
              <a:spcBef>
                <a:spcPts val="0"/>
              </a:spcBef>
              <a:spcAft>
                <a:spcPts val="0"/>
              </a:spcAft>
              <a:buClr>
                <a:schemeClr val="accent2"/>
              </a:buClr>
              <a:buSzPts val="1600"/>
              <a:buNone/>
              <a:defRPr sz="1600">
                <a:solidFill>
                  <a:schemeClr val="accent2"/>
                </a:solidFill>
              </a:defRPr>
            </a:lvl6pPr>
            <a:lvl7pPr lvl="6" algn="l">
              <a:lnSpc>
                <a:spcPct val="100000"/>
              </a:lnSpc>
              <a:spcBef>
                <a:spcPts val="0"/>
              </a:spcBef>
              <a:spcAft>
                <a:spcPts val="0"/>
              </a:spcAft>
              <a:buClr>
                <a:schemeClr val="accent2"/>
              </a:buClr>
              <a:buSzPts val="1600"/>
              <a:buNone/>
              <a:defRPr sz="1600">
                <a:solidFill>
                  <a:schemeClr val="accent2"/>
                </a:solidFill>
              </a:defRPr>
            </a:lvl7pPr>
            <a:lvl8pPr lvl="7" algn="l">
              <a:lnSpc>
                <a:spcPct val="100000"/>
              </a:lnSpc>
              <a:spcBef>
                <a:spcPts val="0"/>
              </a:spcBef>
              <a:spcAft>
                <a:spcPts val="0"/>
              </a:spcAft>
              <a:buClr>
                <a:schemeClr val="accent2"/>
              </a:buClr>
              <a:buSzPts val="1600"/>
              <a:buNone/>
              <a:defRPr sz="1600">
                <a:solidFill>
                  <a:schemeClr val="accent2"/>
                </a:solidFill>
              </a:defRPr>
            </a:lvl8pPr>
            <a:lvl9pPr lvl="8" algn="l">
              <a:lnSpc>
                <a:spcPct val="100000"/>
              </a:lnSpc>
              <a:spcBef>
                <a:spcPts val="0"/>
              </a:spcBef>
              <a:spcAft>
                <a:spcPts val="0"/>
              </a:spcAft>
              <a:buClr>
                <a:schemeClr val="accent2"/>
              </a:buClr>
              <a:buSzPts val="1600"/>
              <a:buNone/>
              <a:defRPr sz="1600">
                <a:solidFill>
                  <a:schemeClr val="accent2"/>
                </a:solidFill>
              </a:defRPr>
            </a:lvl9pPr>
          </a:lstStyle>
          <a:p/>
        </p:txBody>
      </p:sp>
      <p:sp>
        <p:nvSpPr>
          <p:cNvPr id="103" name="Google Shape;103;p21"/>
          <p:cNvSpPr txBox="1"/>
          <p:nvPr>
            <p:ph idx="2" type="body"/>
          </p:nvPr>
        </p:nvSpPr>
        <p:spPr>
          <a:xfrm>
            <a:off x="4879025" y="500925"/>
            <a:ext cx="3954000" cy="4111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04" name="Google Shape;104;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5" name="Shape 105"/>
        <p:cNvGrpSpPr/>
        <p:nvPr/>
      </p:nvGrpSpPr>
      <p:grpSpPr>
        <a:xfrm>
          <a:off x="0" y="0"/>
          <a:ext cx="0" cy="0"/>
          <a:chOff x="0" y="0"/>
          <a:chExt cx="0" cy="0"/>
        </a:xfrm>
      </p:grpSpPr>
      <p:sp>
        <p:nvSpPr>
          <p:cNvPr id="106" name="Google Shape;106;p22"/>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22"/>
          <p:cNvSpPr txBox="1"/>
          <p:nvPr>
            <p:ph idx="1" type="body"/>
          </p:nvPr>
        </p:nvSpPr>
        <p:spPr>
          <a:xfrm>
            <a:off x="311700" y="4521400"/>
            <a:ext cx="7979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108" name="Google Shape;10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09" name="Shape 109"/>
        <p:cNvGrpSpPr/>
        <p:nvPr/>
      </p:nvGrpSpPr>
      <p:grpSpPr>
        <a:xfrm>
          <a:off x="0" y="0"/>
          <a:ext cx="0" cy="0"/>
          <a:chOff x="0" y="0"/>
          <a:chExt cx="0" cy="0"/>
        </a:xfrm>
      </p:grpSpPr>
      <p:sp>
        <p:nvSpPr>
          <p:cNvPr id="110" name="Google Shape;110;p23"/>
          <p:cNvSpPr txBox="1"/>
          <p:nvPr>
            <p:ph hasCustomPrompt="1" type="title"/>
          </p:nvPr>
        </p:nvSpPr>
        <p:spPr>
          <a:xfrm>
            <a:off x="311750" y="831175"/>
            <a:ext cx="5334900" cy="1244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10000"/>
              <a:buNone/>
              <a:defRPr sz="10000">
                <a:solidFill>
                  <a:schemeClr val="lt1"/>
                </a:solidFill>
              </a:defRPr>
            </a:lvl1pPr>
            <a:lvl2pPr lvl="1" algn="l">
              <a:lnSpc>
                <a:spcPct val="100000"/>
              </a:lnSpc>
              <a:spcBef>
                <a:spcPts val="0"/>
              </a:spcBef>
              <a:spcAft>
                <a:spcPts val="0"/>
              </a:spcAft>
              <a:buClr>
                <a:schemeClr val="lt1"/>
              </a:buClr>
              <a:buSzPts val="10000"/>
              <a:buNone/>
              <a:defRPr sz="10000">
                <a:solidFill>
                  <a:schemeClr val="lt1"/>
                </a:solidFill>
              </a:defRPr>
            </a:lvl2pPr>
            <a:lvl3pPr lvl="2" algn="l">
              <a:lnSpc>
                <a:spcPct val="100000"/>
              </a:lnSpc>
              <a:spcBef>
                <a:spcPts val="0"/>
              </a:spcBef>
              <a:spcAft>
                <a:spcPts val="0"/>
              </a:spcAft>
              <a:buClr>
                <a:schemeClr val="lt1"/>
              </a:buClr>
              <a:buSzPts val="10000"/>
              <a:buNone/>
              <a:defRPr sz="10000">
                <a:solidFill>
                  <a:schemeClr val="lt1"/>
                </a:solidFill>
              </a:defRPr>
            </a:lvl3pPr>
            <a:lvl4pPr lvl="3" algn="l">
              <a:lnSpc>
                <a:spcPct val="100000"/>
              </a:lnSpc>
              <a:spcBef>
                <a:spcPts val="0"/>
              </a:spcBef>
              <a:spcAft>
                <a:spcPts val="0"/>
              </a:spcAft>
              <a:buClr>
                <a:schemeClr val="lt1"/>
              </a:buClr>
              <a:buSzPts val="10000"/>
              <a:buNone/>
              <a:defRPr sz="10000">
                <a:solidFill>
                  <a:schemeClr val="lt1"/>
                </a:solidFill>
              </a:defRPr>
            </a:lvl4pPr>
            <a:lvl5pPr lvl="4" algn="l">
              <a:lnSpc>
                <a:spcPct val="100000"/>
              </a:lnSpc>
              <a:spcBef>
                <a:spcPts val="0"/>
              </a:spcBef>
              <a:spcAft>
                <a:spcPts val="0"/>
              </a:spcAft>
              <a:buClr>
                <a:schemeClr val="lt1"/>
              </a:buClr>
              <a:buSzPts val="10000"/>
              <a:buNone/>
              <a:defRPr sz="10000">
                <a:solidFill>
                  <a:schemeClr val="lt1"/>
                </a:solidFill>
              </a:defRPr>
            </a:lvl5pPr>
            <a:lvl6pPr lvl="5" algn="l">
              <a:lnSpc>
                <a:spcPct val="100000"/>
              </a:lnSpc>
              <a:spcBef>
                <a:spcPts val="0"/>
              </a:spcBef>
              <a:spcAft>
                <a:spcPts val="0"/>
              </a:spcAft>
              <a:buClr>
                <a:schemeClr val="lt1"/>
              </a:buClr>
              <a:buSzPts val="10000"/>
              <a:buNone/>
              <a:defRPr sz="10000">
                <a:solidFill>
                  <a:schemeClr val="lt1"/>
                </a:solidFill>
              </a:defRPr>
            </a:lvl6pPr>
            <a:lvl7pPr lvl="6" algn="l">
              <a:lnSpc>
                <a:spcPct val="100000"/>
              </a:lnSpc>
              <a:spcBef>
                <a:spcPts val="0"/>
              </a:spcBef>
              <a:spcAft>
                <a:spcPts val="0"/>
              </a:spcAft>
              <a:buClr>
                <a:schemeClr val="lt1"/>
              </a:buClr>
              <a:buSzPts val="10000"/>
              <a:buNone/>
              <a:defRPr sz="10000">
                <a:solidFill>
                  <a:schemeClr val="lt1"/>
                </a:solidFill>
              </a:defRPr>
            </a:lvl7pPr>
            <a:lvl8pPr lvl="7" algn="l">
              <a:lnSpc>
                <a:spcPct val="100000"/>
              </a:lnSpc>
              <a:spcBef>
                <a:spcPts val="0"/>
              </a:spcBef>
              <a:spcAft>
                <a:spcPts val="0"/>
              </a:spcAft>
              <a:buClr>
                <a:schemeClr val="lt1"/>
              </a:buClr>
              <a:buSzPts val="10000"/>
              <a:buNone/>
              <a:defRPr sz="10000">
                <a:solidFill>
                  <a:schemeClr val="lt1"/>
                </a:solidFill>
              </a:defRPr>
            </a:lvl8pPr>
            <a:lvl9pPr lvl="8" algn="l">
              <a:lnSpc>
                <a:spcPct val="100000"/>
              </a:lnSpc>
              <a:spcBef>
                <a:spcPts val="0"/>
              </a:spcBef>
              <a:spcAft>
                <a:spcPts val="0"/>
              </a:spcAft>
              <a:buClr>
                <a:schemeClr val="lt1"/>
              </a:buClr>
              <a:buSzPts val="10000"/>
              <a:buNone/>
              <a:defRPr sz="10000">
                <a:solidFill>
                  <a:schemeClr val="lt1"/>
                </a:solidFill>
              </a:defRPr>
            </a:lvl9pPr>
          </a:lstStyle>
          <a:p>
            <a:r>
              <a:t>xx%</a:t>
            </a:r>
          </a:p>
        </p:txBody>
      </p:sp>
      <p:sp>
        <p:nvSpPr>
          <p:cNvPr id="111" name="Google Shape;111;p23"/>
          <p:cNvSpPr txBox="1"/>
          <p:nvPr>
            <p:ph idx="1" type="body"/>
          </p:nvPr>
        </p:nvSpPr>
        <p:spPr>
          <a:xfrm>
            <a:off x="311700" y="2121425"/>
            <a:ext cx="5334900" cy="9426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accent2"/>
              </a:buClr>
              <a:buSzPts val="1300"/>
              <a:buChar char="●"/>
              <a:defRPr>
                <a:solidFill>
                  <a:schemeClr val="accent2"/>
                </a:solidFill>
              </a:defRPr>
            </a:lvl1pPr>
            <a:lvl2pPr indent="-298450" lvl="1" marL="914400" algn="l">
              <a:lnSpc>
                <a:spcPct val="115000"/>
              </a:lnSpc>
              <a:spcBef>
                <a:spcPts val="0"/>
              </a:spcBef>
              <a:spcAft>
                <a:spcPts val="0"/>
              </a:spcAft>
              <a:buClr>
                <a:schemeClr val="accent2"/>
              </a:buClr>
              <a:buSzPts val="1100"/>
              <a:buChar char="○"/>
              <a:defRPr>
                <a:solidFill>
                  <a:schemeClr val="accent2"/>
                </a:solidFill>
              </a:defRPr>
            </a:lvl2pPr>
            <a:lvl3pPr indent="-298450" lvl="2" marL="1371600" algn="l">
              <a:lnSpc>
                <a:spcPct val="115000"/>
              </a:lnSpc>
              <a:spcBef>
                <a:spcPts val="0"/>
              </a:spcBef>
              <a:spcAft>
                <a:spcPts val="0"/>
              </a:spcAft>
              <a:buClr>
                <a:schemeClr val="accent2"/>
              </a:buClr>
              <a:buSzPts val="1100"/>
              <a:buChar char="■"/>
              <a:defRPr>
                <a:solidFill>
                  <a:schemeClr val="accent2"/>
                </a:solidFill>
              </a:defRPr>
            </a:lvl3pPr>
            <a:lvl4pPr indent="-298450" lvl="3" marL="1828800" algn="l">
              <a:lnSpc>
                <a:spcPct val="115000"/>
              </a:lnSpc>
              <a:spcBef>
                <a:spcPts val="0"/>
              </a:spcBef>
              <a:spcAft>
                <a:spcPts val="0"/>
              </a:spcAft>
              <a:buClr>
                <a:schemeClr val="accent2"/>
              </a:buClr>
              <a:buSzPts val="1100"/>
              <a:buChar char="●"/>
              <a:defRPr>
                <a:solidFill>
                  <a:schemeClr val="accent2"/>
                </a:solidFill>
              </a:defRPr>
            </a:lvl4pPr>
            <a:lvl5pPr indent="-298450" lvl="4" marL="2286000" algn="l">
              <a:lnSpc>
                <a:spcPct val="115000"/>
              </a:lnSpc>
              <a:spcBef>
                <a:spcPts val="0"/>
              </a:spcBef>
              <a:spcAft>
                <a:spcPts val="0"/>
              </a:spcAft>
              <a:buClr>
                <a:schemeClr val="accent2"/>
              </a:buClr>
              <a:buSzPts val="1100"/>
              <a:buChar char="○"/>
              <a:defRPr>
                <a:solidFill>
                  <a:schemeClr val="accent2"/>
                </a:solidFill>
              </a:defRPr>
            </a:lvl5pPr>
            <a:lvl6pPr indent="-298450" lvl="5" marL="2743200" algn="l">
              <a:lnSpc>
                <a:spcPct val="115000"/>
              </a:lnSpc>
              <a:spcBef>
                <a:spcPts val="0"/>
              </a:spcBef>
              <a:spcAft>
                <a:spcPts val="0"/>
              </a:spcAft>
              <a:buClr>
                <a:schemeClr val="accent2"/>
              </a:buClr>
              <a:buSzPts val="1100"/>
              <a:buChar char="■"/>
              <a:defRPr>
                <a:solidFill>
                  <a:schemeClr val="accent2"/>
                </a:solidFill>
              </a:defRPr>
            </a:lvl6pPr>
            <a:lvl7pPr indent="-298450" lvl="6" marL="3200400" algn="l">
              <a:lnSpc>
                <a:spcPct val="115000"/>
              </a:lnSpc>
              <a:spcBef>
                <a:spcPts val="0"/>
              </a:spcBef>
              <a:spcAft>
                <a:spcPts val="0"/>
              </a:spcAft>
              <a:buClr>
                <a:schemeClr val="accent2"/>
              </a:buClr>
              <a:buSzPts val="1100"/>
              <a:buChar char="●"/>
              <a:defRPr>
                <a:solidFill>
                  <a:schemeClr val="accent2"/>
                </a:solidFill>
              </a:defRPr>
            </a:lvl7pPr>
            <a:lvl8pPr indent="-298450" lvl="7" marL="3657600" algn="l">
              <a:lnSpc>
                <a:spcPct val="115000"/>
              </a:lnSpc>
              <a:spcBef>
                <a:spcPts val="0"/>
              </a:spcBef>
              <a:spcAft>
                <a:spcPts val="0"/>
              </a:spcAft>
              <a:buClr>
                <a:schemeClr val="accent2"/>
              </a:buClr>
              <a:buSzPts val="1100"/>
              <a:buChar char="○"/>
              <a:defRPr>
                <a:solidFill>
                  <a:schemeClr val="accent2"/>
                </a:solidFill>
              </a:defRPr>
            </a:lvl8pPr>
            <a:lvl9pPr indent="-298450" lvl="8" marL="4114800" algn="l">
              <a:lnSpc>
                <a:spcPct val="115000"/>
              </a:lnSpc>
              <a:spcBef>
                <a:spcPts val="0"/>
              </a:spcBef>
              <a:spcAft>
                <a:spcPts val="0"/>
              </a:spcAft>
              <a:buClr>
                <a:schemeClr val="accent2"/>
              </a:buClr>
              <a:buSzPts val="1100"/>
              <a:buChar char="■"/>
              <a:defRPr>
                <a:solidFill>
                  <a:schemeClr val="accent2"/>
                </a:solidFill>
              </a:defRPr>
            </a:lvl9pPr>
          </a:lstStyle>
          <a:p/>
        </p:txBody>
      </p:sp>
      <p:sp>
        <p:nvSpPr>
          <p:cNvPr id="112" name="Google Shape;11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3" name="Shape 113"/>
        <p:cNvGrpSpPr/>
        <p:nvPr/>
      </p:nvGrpSpPr>
      <p:grpSpPr>
        <a:xfrm>
          <a:off x="0" y="0"/>
          <a:ext cx="0" cy="0"/>
          <a:chOff x="0" y="0"/>
          <a:chExt cx="0" cy="0"/>
        </a:xfrm>
      </p:grpSpPr>
      <p:sp>
        <p:nvSpPr>
          <p:cNvPr id="114" name="Google Shape;11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60" name="Shape 60"/>
        <p:cNvGrpSpPr/>
        <p:nvPr/>
      </p:nvGrpSpPr>
      <p:grpSpPr>
        <a:xfrm>
          <a:off x="0" y="0"/>
          <a:ext cx="0" cy="0"/>
          <a:chOff x="0" y="0"/>
          <a:chExt cx="0" cy="0"/>
        </a:xfrm>
      </p:grpSpPr>
      <p:sp>
        <p:nvSpPr>
          <p:cNvPr id="61" name="Google Shape;6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1pPr>
            <a:lvl2pPr lvl="1" marR="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2pPr>
            <a:lvl3pPr lvl="2" marR="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3pPr>
            <a:lvl4pPr lvl="3" marR="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4pPr>
            <a:lvl5pPr lvl="4" marR="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5pPr>
            <a:lvl6pPr lvl="5" marR="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6pPr>
            <a:lvl7pPr lvl="6" marR="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7pPr>
            <a:lvl8pPr lvl="7" marR="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8pPr>
            <a:lvl9pPr lvl="8" marR="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9pPr>
          </a:lstStyle>
          <a:p/>
        </p:txBody>
      </p:sp>
      <p:sp>
        <p:nvSpPr>
          <p:cNvPr id="62" name="Google Shape;6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algn="l">
              <a:lnSpc>
                <a:spcPct val="115000"/>
              </a:lnSpc>
              <a:spcBef>
                <a:spcPts val="0"/>
              </a:spcBef>
              <a:spcAft>
                <a:spcPts val="0"/>
              </a:spcAft>
              <a:buClr>
                <a:schemeClr val="dk2"/>
              </a:buClr>
              <a:buSzPts val="1300"/>
              <a:buFont typeface="Roboto"/>
              <a:buChar char="●"/>
              <a:defRPr b="0" i="0" sz="1300" u="none" cap="none" strike="noStrike">
                <a:solidFill>
                  <a:schemeClr val="dk2"/>
                </a:solidFill>
                <a:latin typeface="Roboto"/>
                <a:ea typeface="Roboto"/>
                <a:cs typeface="Roboto"/>
                <a:sym typeface="Roboto"/>
              </a:defRPr>
            </a:lvl1pPr>
            <a:lvl2pPr indent="-298450" lvl="1" marL="914400" marR="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2pPr>
            <a:lvl3pPr indent="-298450" lvl="2" marL="1371600" marR="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3pPr>
            <a:lvl4pPr indent="-298450" lvl="3" marL="1828800" marR="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4pPr>
            <a:lvl5pPr indent="-298450" lvl="4" marL="2286000" marR="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5pPr>
            <a:lvl6pPr indent="-298450" lvl="5" marL="2743200" marR="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6pPr>
            <a:lvl7pPr indent="-298450" lvl="6" marL="3200400" marR="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7pPr>
            <a:lvl8pPr indent="-298450" lvl="7" marL="3657600" marR="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8pPr>
            <a:lvl9pPr indent="-298450" lvl="8" marL="4114800" marR="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9pPr>
          </a:lstStyle>
          <a:p/>
        </p:txBody>
      </p:sp>
      <p:sp>
        <p:nvSpPr>
          <p:cNvPr id="63" name="Google Shape;6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jpg"/><Relationship Id="rId4" Type="http://schemas.openxmlformats.org/officeDocument/2006/relationships/image" Target="../media/image4.jpg"/><Relationship Id="rId5" Type="http://schemas.openxmlformats.org/officeDocument/2006/relationships/image" Target="../media/image13.jpg"/><Relationship Id="rId6" Type="http://schemas.openxmlformats.org/officeDocument/2006/relationships/image" Target="../media/image2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17.jpg"/><Relationship Id="rId5" Type="http://schemas.openxmlformats.org/officeDocument/2006/relationships/image" Target="../media/image1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5.png"/><Relationship Id="rId4" Type="http://schemas.openxmlformats.org/officeDocument/2006/relationships/hyperlink" Target="https://balsamiq.cloud/sixayr2/p7hnu8e/r515C"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hyperlink" Target="https://github.com/kwdie/ingSoftware/tree/main" TargetMode="External"/><Relationship Id="rId5"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1.png"/><Relationship Id="rId4" Type="http://schemas.openxmlformats.org/officeDocument/2006/relationships/image" Target="../media/image24.png"/><Relationship Id="rId5" Type="http://schemas.openxmlformats.org/officeDocument/2006/relationships/image" Target="../media/image22.png"/><Relationship Id="rId6"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5"/>
          <p:cNvSpPr txBox="1"/>
          <p:nvPr>
            <p:ph type="ctrTitle"/>
          </p:nvPr>
        </p:nvSpPr>
        <p:spPr>
          <a:xfrm>
            <a:off x="1519700" y="1185000"/>
            <a:ext cx="5160600" cy="883500"/>
          </a:xfrm>
          <a:prstGeom prst="rect">
            <a:avLst/>
          </a:prstGeom>
          <a:noFill/>
          <a:ln>
            <a:noFill/>
          </a:ln>
          <a:effectLst>
            <a:reflection blurRad="0" dir="0" dist="0" endA="0" endPos="82000" fadeDir="5400012" kx="0" rotWithShape="0" algn="bl" stA="40000" stPos="0" sy="-100000" ky="0"/>
          </a:effectLst>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600"/>
              <a:buNone/>
            </a:pPr>
            <a:r>
              <a:rPr lang="es"/>
              <a:t>       CASO ADUANAS</a:t>
            </a:r>
            <a:endParaRPr/>
          </a:p>
        </p:txBody>
      </p:sp>
      <p:sp>
        <p:nvSpPr>
          <p:cNvPr id="120" name="Google Shape;120;p25"/>
          <p:cNvSpPr txBox="1"/>
          <p:nvPr>
            <p:ph idx="1" type="subTitle"/>
          </p:nvPr>
        </p:nvSpPr>
        <p:spPr>
          <a:xfrm>
            <a:off x="6442350" y="3335000"/>
            <a:ext cx="2216700" cy="1601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600"/>
              <a:buNone/>
            </a:pPr>
            <a:r>
              <a:rPr lang="es" sz="1300">
                <a:solidFill>
                  <a:schemeClr val="lt1"/>
                </a:solidFill>
              </a:rPr>
              <a:t>Integrantes </a:t>
            </a:r>
            <a:endParaRPr sz="1300">
              <a:solidFill>
                <a:schemeClr val="lt1"/>
              </a:solidFill>
            </a:endParaRPr>
          </a:p>
          <a:p>
            <a:pPr indent="-311150" lvl="0" marL="457200" rtl="0" algn="l">
              <a:lnSpc>
                <a:spcPct val="150000"/>
              </a:lnSpc>
              <a:spcBef>
                <a:spcPts val="0"/>
              </a:spcBef>
              <a:spcAft>
                <a:spcPts val="0"/>
              </a:spcAft>
              <a:buClr>
                <a:schemeClr val="lt1"/>
              </a:buClr>
              <a:buSzPts val="1300"/>
              <a:buChar char="-"/>
            </a:pPr>
            <a:r>
              <a:rPr lang="es" sz="1300">
                <a:solidFill>
                  <a:schemeClr val="lt1"/>
                </a:solidFill>
              </a:rPr>
              <a:t>Miguel Villarroel</a:t>
            </a:r>
            <a:endParaRPr sz="1300">
              <a:solidFill>
                <a:schemeClr val="lt1"/>
              </a:solidFill>
            </a:endParaRPr>
          </a:p>
          <a:p>
            <a:pPr indent="-311150" lvl="0" marL="457200" rtl="0" algn="l">
              <a:lnSpc>
                <a:spcPct val="150000"/>
              </a:lnSpc>
              <a:spcBef>
                <a:spcPts val="0"/>
              </a:spcBef>
              <a:spcAft>
                <a:spcPts val="0"/>
              </a:spcAft>
              <a:buClr>
                <a:schemeClr val="lt1"/>
              </a:buClr>
              <a:buSzPts val="1300"/>
              <a:buChar char="-"/>
            </a:pPr>
            <a:r>
              <a:rPr lang="es" sz="1300">
                <a:solidFill>
                  <a:schemeClr val="lt1"/>
                </a:solidFill>
              </a:rPr>
              <a:t>Cristian Urcullu</a:t>
            </a:r>
            <a:endParaRPr sz="1300">
              <a:solidFill>
                <a:schemeClr val="lt1"/>
              </a:solidFill>
            </a:endParaRPr>
          </a:p>
          <a:p>
            <a:pPr indent="-311150" lvl="0" marL="457200" rtl="0" algn="l">
              <a:lnSpc>
                <a:spcPct val="150000"/>
              </a:lnSpc>
              <a:spcBef>
                <a:spcPts val="0"/>
              </a:spcBef>
              <a:spcAft>
                <a:spcPts val="0"/>
              </a:spcAft>
              <a:buClr>
                <a:schemeClr val="lt1"/>
              </a:buClr>
              <a:buSzPts val="1300"/>
              <a:buChar char="-"/>
            </a:pPr>
            <a:r>
              <a:rPr lang="es" sz="1300">
                <a:solidFill>
                  <a:schemeClr val="lt1"/>
                </a:solidFill>
              </a:rPr>
              <a:t>Adriano Contreras</a:t>
            </a:r>
            <a:endParaRPr sz="1300">
              <a:solidFill>
                <a:schemeClr val="lt1"/>
              </a:solidFill>
            </a:endParaRPr>
          </a:p>
          <a:p>
            <a:pPr indent="-311150" lvl="0" marL="457200" rtl="0" algn="l">
              <a:lnSpc>
                <a:spcPct val="150000"/>
              </a:lnSpc>
              <a:spcBef>
                <a:spcPts val="0"/>
              </a:spcBef>
              <a:spcAft>
                <a:spcPts val="0"/>
              </a:spcAft>
              <a:buClr>
                <a:schemeClr val="lt1"/>
              </a:buClr>
              <a:buSzPts val="1300"/>
              <a:buChar char="-"/>
            </a:pPr>
            <a:r>
              <a:rPr lang="es" sz="1300">
                <a:solidFill>
                  <a:schemeClr val="lt1"/>
                </a:solidFill>
              </a:rPr>
              <a:t>Diego Torres</a:t>
            </a:r>
            <a:endParaRPr sz="1300">
              <a:solidFill>
                <a:schemeClr val="lt1"/>
              </a:solidFill>
            </a:endParaRPr>
          </a:p>
          <a:p>
            <a:pPr indent="0" lvl="0" marL="457200" rtl="0" algn="r">
              <a:lnSpc>
                <a:spcPct val="90000"/>
              </a:lnSpc>
              <a:spcBef>
                <a:spcPts val="0"/>
              </a:spcBef>
              <a:spcAft>
                <a:spcPts val="0"/>
              </a:spcAft>
              <a:buSzPts val="275"/>
              <a:buNone/>
            </a:pPr>
            <a:r>
              <a:t/>
            </a:r>
            <a:endParaRPr sz="1300"/>
          </a:p>
          <a:p>
            <a:pPr indent="0" lvl="0" marL="0" rtl="0" algn="l">
              <a:lnSpc>
                <a:spcPct val="90000"/>
              </a:lnSpc>
              <a:spcBef>
                <a:spcPts val="0"/>
              </a:spcBef>
              <a:spcAft>
                <a:spcPts val="0"/>
              </a:spcAft>
              <a:buSzPts val="275"/>
              <a:buNone/>
            </a:pPr>
            <a:r>
              <a:t/>
            </a:r>
            <a:endParaRPr sz="700"/>
          </a:p>
        </p:txBody>
      </p:sp>
      <p:pic>
        <p:nvPicPr>
          <p:cNvPr id="121" name="Google Shape;121;p25"/>
          <p:cNvPicPr preferRelativeResize="0"/>
          <p:nvPr/>
        </p:nvPicPr>
        <p:blipFill rotWithShape="1">
          <a:blip r:embed="rId3">
            <a:alphaModFix/>
          </a:blip>
          <a:srcRect b="0" l="0" r="0" t="0"/>
          <a:stretch/>
        </p:blipFill>
        <p:spPr>
          <a:xfrm>
            <a:off x="62600" y="101150"/>
            <a:ext cx="2745875" cy="883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6"/>
          <p:cNvSpPr txBox="1"/>
          <p:nvPr>
            <p:ph type="title"/>
          </p:nvPr>
        </p:nvSpPr>
        <p:spPr>
          <a:xfrm>
            <a:off x="260700" y="227025"/>
            <a:ext cx="3898800" cy="995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Contexto del problema</a:t>
            </a:r>
            <a:endParaRPr b="1"/>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7" name="Google Shape;127;p26"/>
          <p:cNvSpPr txBox="1"/>
          <p:nvPr>
            <p:ph type="title"/>
          </p:nvPr>
        </p:nvSpPr>
        <p:spPr>
          <a:xfrm>
            <a:off x="4425325" y="117025"/>
            <a:ext cx="4479000" cy="4723200"/>
          </a:xfrm>
          <a:prstGeom prst="rect">
            <a:avLst/>
          </a:prstGeom>
        </p:spPr>
        <p:txBody>
          <a:bodyPr anchorCtr="0" anchor="t" bIns="91425" lIns="91425" spcFirstLastPara="1" rIns="91425" wrap="square" tIns="91425">
            <a:noAutofit/>
          </a:bodyPr>
          <a:lstStyle/>
          <a:p>
            <a:pPr indent="0" lvl="0" marL="0" rtl="0" algn="just">
              <a:lnSpc>
                <a:spcPct val="115000"/>
              </a:lnSpc>
              <a:spcBef>
                <a:spcPts val="1200"/>
              </a:spcBef>
              <a:spcAft>
                <a:spcPts val="0"/>
              </a:spcAft>
              <a:buNone/>
            </a:pPr>
            <a:br>
              <a:rPr lang="es" sz="1000">
                <a:solidFill>
                  <a:srgbClr val="000000"/>
                </a:solidFill>
                <a:latin typeface="Arial"/>
                <a:ea typeface="Arial"/>
                <a:cs typeface="Arial"/>
                <a:sym typeface="Arial"/>
              </a:rPr>
            </a:br>
            <a:endParaRPr sz="1000">
              <a:solidFill>
                <a:srgbClr val="000000"/>
              </a:solidFill>
              <a:latin typeface="Arial"/>
              <a:ea typeface="Arial"/>
              <a:cs typeface="Arial"/>
              <a:sym typeface="Arial"/>
            </a:endParaRPr>
          </a:p>
          <a:p>
            <a:pPr indent="0" lvl="0" marL="0" rtl="0" algn="l">
              <a:spcBef>
                <a:spcPts val="1200"/>
              </a:spcBef>
              <a:spcAft>
                <a:spcPts val="0"/>
              </a:spcAft>
              <a:buNone/>
            </a:pPr>
            <a:r>
              <a:t/>
            </a:r>
            <a:endParaRPr sz="700"/>
          </a:p>
        </p:txBody>
      </p:sp>
      <p:sp>
        <p:nvSpPr>
          <p:cNvPr id="128" name="Google Shape;128;p26"/>
          <p:cNvSpPr txBox="1"/>
          <p:nvPr/>
        </p:nvSpPr>
        <p:spPr>
          <a:xfrm>
            <a:off x="48175" y="1222125"/>
            <a:ext cx="42324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00">
                <a:solidFill>
                  <a:schemeClr val="lt1"/>
                </a:solidFill>
              </a:rPr>
              <a:t>El sistema aduanero chileno, encargado de fiscalizar y facilitar el tránsito en fronteras, enfrenta actualmente un problema crítico: </a:t>
            </a:r>
            <a:r>
              <a:rPr lang="es" sz="1300">
                <a:solidFill>
                  <a:srgbClr val="F4CCCC"/>
                </a:solidFill>
              </a:rPr>
              <a:t>Los extensos tiempos de espera.</a:t>
            </a:r>
            <a:endParaRPr sz="1300">
              <a:solidFill>
                <a:srgbClr val="F4CCCC"/>
              </a:solidFill>
            </a:endParaRPr>
          </a:p>
        </p:txBody>
      </p:sp>
      <p:sp>
        <p:nvSpPr>
          <p:cNvPr id="129" name="Google Shape;129;p26"/>
          <p:cNvSpPr txBox="1"/>
          <p:nvPr/>
        </p:nvSpPr>
        <p:spPr>
          <a:xfrm>
            <a:off x="4480400" y="3167075"/>
            <a:ext cx="4526400" cy="118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00"/>
              <a:t>Para resolver esta situación, se propone un software que digitalice y automatice procesos clave como la validación de documentos, el control vehicular y el registro de productos y mascotas, integrando distintos organismos estatales.</a:t>
            </a:r>
            <a:endParaRPr sz="1300"/>
          </a:p>
        </p:txBody>
      </p:sp>
      <p:pic>
        <p:nvPicPr>
          <p:cNvPr id="130" name="Google Shape;130;p26" title="download.jpg"/>
          <p:cNvPicPr preferRelativeResize="0"/>
          <p:nvPr/>
        </p:nvPicPr>
        <p:blipFill>
          <a:blip r:embed="rId3">
            <a:alphaModFix/>
          </a:blip>
          <a:stretch>
            <a:fillRect/>
          </a:stretch>
        </p:blipFill>
        <p:spPr>
          <a:xfrm>
            <a:off x="4687675" y="778975"/>
            <a:ext cx="1930900" cy="1257175"/>
          </a:xfrm>
          <a:prstGeom prst="rect">
            <a:avLst/>
          </a:prstGeom>
          <a:noFill/>
          <a:ln>
            <a:noFill/>
          </a:ln>
        </p:spPr>
      </p:pic>
      <p:pic>
        <p:nvPicPr>
          <p:cNvPr id="131" name="Google Shape;131;p26" title="download.jpg"/>
          <p:cNvPicPr preferRelativeResize="0"/>
          <p:nvPr/>
        </p:nvPicPr>
        <p:blipFill>
          <a:blip r:embed="rId4">
            <a:alphaModFix/>
          </a:blip>
          <a:stretch>
            <a:fillRect/>
          </a:stretch>
        </p:blipFill>
        <p:spPr>
          <a:xfrm>
            <a:off x="6805450" y="1031625"/>
            <a:ext cx="2157525" cy="1212250"/>
          </a:xfrm>
          <a:prstGeom prst="rect">
            <a:avLst/>
          </a:prstGeom>
          <a:noFill/>
          <a:ln>
            <a:noFill/>
          </a:ln>
        </p:spPr>
      </p:pic>
      <p:pic>
        <p:nvPicPr>
          <p:cNvPr id="132" name="Google Shape;132;p26" title="download.jpg"/>
          <p:cNvPicPr preferRelativeResize="0"/>
          <p:nvPr/>
        </p:nvPicPr>
        <p:blipFill>
          <a:blip r:embed="rId5">
            <a:alphaModFix/>
          </a:blip>
          <a:stretch>
            <a:fillRect/>
          </a:stretch>
        </p:blipFill>
        <p:spPr>
          <a:xfrm>
            <a:off x="460875" y="3774925"/>
            <a:ext cx="1775500" cy="1065300"/>
          </a:xfrm>
          <a:prstGeom prst="rect">
            <a:avLst/>
          </a:prstGeom>
          <a:noFill/>
          <a:ln>
            <a:noFill/>
          </a:ln>
        </p:spPr>
      </p:pic>
      <p:pic>
        <p:nvPicPr>
          <p:cNvPr id="133" name="Google Shape;133;p26" title="images.png"/>
          <p:cNvPicPr preferRelativeResize="0"/>
          <p:nvPr/>
        </p:nvPicPr>
        <p:blipFill>
          <a:blip r:embed="rId6">
            <a:alphaModFix/>
          </a:blip>
          <a:stretch>
            <a:fillRect/>
          </a:stretch>
        </p:blipFill>
        <p:spPr>
          <a:xfrm>
            <a:off x="2394050" y="3167075"/>
            <a:ext cx="1650475" cy="8678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7"/>
          <p:cNvSpPr txBox="1"/>
          <p:nvPr>
            <p:ph type="title"/>
          </p:nvPr>
        </p:nvSpPr>
        <p:spPr>
          <a:xfrm>
            <a:off x="311725" y="500925"/>
            <a:ext cx="3706500" cy="57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Metodología</a:t>
            </a:r>
            <a:endParaRPr/>
          </a:p>
        </p:txBody>
      </p:sp>
      <p:pic>
        <p:nvPicPr>
          <p:cNvPr id="139" name="Google Shape;139;p27" title="Captura.PNG"/>
          <p:cNvPicPr preferRelativeResize="0"/>
          <p:nvPr/>
        </p:nvPicPr>
        <p:blipFill rotWithShape="1">
          <a:blip r:embed="rId3">
            <a:alphaModFix/>
          </a:blip>
          <a:srcRect b="0" l="690" r="690" t="0"/>
          <a:stretch/>
        </p:blipFill>
        <p:spPr>
          <a:xfrm>
            <a:off x="4644675" y="500925"/>
            <a:ext cx="3462724" cy="1828876"/>
          </a:xfrm>
          <a:prstGeom prst="rect">
            <a:avLst/>
          </a:prstGeom>
          <a:noFill/>
          <a:ln>
            <a:noFill/>
          </a:ln>
          <a:effectLst>
            <a:outerShdw blurRad="142875" rotWithShape="0" algn="bl" dir="5400000" dist="19050">
              <a:srgbClr val="000000">
                <a:alpha val="49800"/>
              </a:srgbClr>
            </a:outerShdw>
          </a:effectLst>
        </p:spPr>
      </p:pic>
      <p:sp>
        <p:nvSpPr>
          <p:cNvPr id="140" name="Google Shape;140;p27"/>
          <p:cNvSpPr txBox="1"/>
          <p:nvPr/>
        </p:nvSpPr>
        <p:spPr>
          <a:xfrm>
            <a:off x="311725" y="1358100"/>
            <a:ext cx="3512100" cy="1385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s" sz="1300" u="none" cap="none" strike="noStrike">
                <a:solidFill>
                  <a:schemeClr val="lt1"/>
                </a:solidFill>
                <a:latin typeface="Roboto"/>
                <a:ea typeface="Roboto"/>
                <a:cs typeface="Roboto"/>
                <a:sym typeface="Roboto"/>
              </a:rPr>
              <a:t>Cascada/Waterfall</a:t>
            </a:r>
            <a:endParaRPr b="0" i="0" sz="13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lt1"/>
              </a:solidFill>
              <a:latin typeface="Roboto"/>
              <a:ea typeface="Roboto"/>
              <a:cs typeface="Roboto"/>
              <a:sym typeface="Roboto"/>
            </a:endParaRPr>
          </a:p>
          <a:p>
            <a:pPr indent="-292100" lvl="0" marL="457200" marR="0" rtl="0" algn="l">
              <a:lnSpc>
                <a:spcPct val="150000"/>
              </a:lnSpc>
              <a:spcBef>
                <a:spcPts val="0"/>
              </a:spcBef>
              <a:spcAft>
                <a:spcPts val="0"/>
              </a:spcAft>
              <a:buClr>
                <a:schemeClr val="lt1"/>
              </a:buClr>
              <a:buSzPts val="1000"/>
              <a:buFont typeface="Roboto"/>
              <a:buChar char="●"/>
            </a:pPr>
            <a:r>
              <a:rPr b="0" i="0" lang="es" sz="1000" u="none" cap="none" strike="noStrike">
                <a:solidFill>
                  <a:schemeClr val="lt1"/>
                </a:solidFill>
                <a:latin typeface="Roboto"/>
                <a:ea typeface="Roboto"/>
                <a:cs typeface="Roboto"/>
                <a:sym typeface="Roboto"/>
              </a:rPr>
              <a:t>Secuencial</a:t>
            </a:r>
            <a:endParaRPr b="0" i="0" sz="1000" u="none" cap="none" strike="noStrike">
              <a:solidFill>
                <a:schemeClr val="lt1"/>
              </a:solidFill>
              <a:latin typeface="Roboto"/>
              <a:ea typeface="Roboto"/>
              <a:cs typeface="Roboto"/>
              <a:sym typeface="Roboto"/>
            </a:endParaRPr>
          </a:p>
          <a:p>
            <a:pPr indent="-292100" lvl="0" marL="457200" marR="0" rtl="0" algn="l">
              <a:lnSpc>
                <a:spcPct val="150000"/>
              </a:lnSpc>
              <a:spcBef>
                <a:spcPts val="0"/>
              </a:spcBef>
              <a:spcAft>
                <a:spcPts val="0"/>
              </a:spcAft>
              <a:buClr>
                <a:schemeClr val="lt1"/>
              </a:buClr>
              <a:buSzPts val="1000"/>
              <a:buFont typeface="Roboto"/>
              <a:buChar char="●"/>
            </a:pPr>
            <a:r>
              <a:rPr b="0" i="0" lang="es" sz="1000" u="none" cap="none" strike="noStrike">
                <a:solidFill>
                  <a:schemeClr val="lt1"/>
                </a:solidFill>
                <a:latin typeface="Roboto"/>
                <a:ea typeface="Roboto"/>
                <a:cs typeface="Roboto"/>
                <a:sym typeface="Roboto"/>
              </a:rPr>
              <a:t>Estructurada</a:t>
            </a:r>
            <a:endParaRPr b="0" i="0" sz="1000" u="none" cap="none" strike="noStrike">
              <a:solidFill>
                <a:schemeClr val="lt1"/>
              </a:solidFill>
              <a:latin typeface="Roboto"/>
              <a:ea typeface="Roboto"/>
              <a:cs typeface="Roboto"/>
              <a:sym typeface="Roboto"/>
            </a:endParaRPr>
          </a:p>
          <a:p>
            <a:pPr indent="-292100" lvl="0" marL="457200" marR="0" rtl="0" algn="l">
              <a:lnSpc>
                <a:spcPct val="150000"/>
              </a:lnSpc>
              <a:spcBef>
                <a:spcPts val="0"/>
              </a:spcBef>
              <a:spcAft>
                <a:spcPts val="0"/>
              </a:spcAft>
              <a:buClr>
                <a:schemeClr val="lt1"/>
              </a:buClr>
              <a:buSzPts val="1000"/>
              <a:buFont typeface="Roboto"/>
              <a:buChar char="●"/>
            </a:pPr>
            <a:r>
              <a:rPr b="0" i="0" lang="es" sz="1000" u="none" cap="none" strike="noStrike">
                <a:solidFill>
                  <a:schemeClr val="lt1"/>
                </a:solidFill>
                <a:latin typeface="Roboto"/>
                <a:ea typeface="Roboto"/>
                <a:cs typeface="Roboto"/>
                <a:sym typeface="Roboto"/>
              </a:rPr>
              <a:t>Poco flexible</a:t>
            </a:r>
            <a:endParaRPr b="0" i="0" sz="1000" u="none" cap="none" strike="noStrike">
              <a:solidFill>
                <a:schemeClr val="lt1"/>
              </a:solidFill>
              <a:latin typeface="Roboto"/>
              <a:ea typeface="Roboto"/>
              <a:cs typeface="Roboto"/>
              <a:sym typeface="Roboto"/>
            </a:endParaRPr>
          </a:p>
          <a:p>
            <a:pPr indent="-292100" lvl="0" marL="457200" marR="0" rtl="0" algn="l">
              <a:lnSpc>
                <a:spcPct val="150000"/>
              </a:lnSpc>
              <a:spcBef>
                <a:spcPts val="0"/>
              </a:spcBef>
              <a:spcAft>
                <a:spcPts val="0"/>
              </a:spcAft>
              <a:buClr>
                <a:schemeClr val="lt1"/>
              </a:buClr>
              <a:buSzPts val="1000"/>
              <a:buFont typeface="Roboto"/>
              <a:buChar char="●"/>
            </a:pPr>
            <a:r>
              <a:rPr b="0" i="0" lang="es" sz="1000" u="none" cap="none" strike="noStrike">
                <a:solidFill>
                  <a:schemeClr val="lt1"/>
                </a:solidFill>
                <a:latin typeface="Roboto"/>
                <a:ea typeface="Roboto"/>
                <a:cs typeface="Roboto"/>
                <a:sym typeface="Roboto"/>
              </a:rPr>
              <a:t>Ideal para proyectos con requisitos bien definidos</a:t>
            </a:r>
            <a:endParaRPr b="0" i="0" sz="1300" u="none" cap="none" strike="noStrike">
              <a:solidFill>
                <a:schemeClr val="lt1"/>
              </a:solidFill>
              <a:latin typeface="Roboto"/>
              <a:ea typeface="Roboto"/>
              <a:cs typeface="Roboto"/>
              <a:sym typeface="Roboto"/>
            </a:endParaRPr>
          </a:p>
        </p:txBody>
      </p:sp>
      <p:pic>
        <p:nvPicPr>
          <p:cNvPr descr="image1.png" id="141" name="Google Shape;141;p27"/>
          <p:cNvPicPr preferRelativeResize="0"/>
          <p:nvPr/>
        </p:nvPicPr>
        <p:blipFill rotWithShape="1">
          <a:blip r:embed="rId4">
            <a:alphaModFix/>
          </a:blip>
          <a:srcRect b="0" l="0" r="0" t="0"/>
          <a:stretch/>
        </p:blipFill>
        <p:spPr>
          <a:xfrm>
            <a:off x="4644675" y="2542725"/>
            <a:ext cx="4166400" cy="2407299"/>
          </a:xfrm>
          <a:prstGeom prst="rect">
            <a:avLst/>
          </a:prstGeom>
          <a:noFill/>
          <a:ln>
            <a:noFill/>
          </a:ln>
          <a:effectLst>
            <a:outerShdw blurRad="242888" rotWithShape="0" algn="bl" dir="5400000" dist="19050">
              <a:srgbClr val="000000">
                <a:alpha val="49800"/>
              </a:srgbClr>
            </a:outerShdw>
          </a:effectLst>
        </p:spPr>
      </p:pic>
      <p:sp>
        <p:nvSpPr>
          <p:cNvPr id="142" name="Google Shape;142;p27"/>
          <p:cNvSpPr/>
          <p:nvPr/>
        </p:nvSpPr>
        <p:spPr>
          <a:xfrm>
            <a:off x="4572000" y="3544050"/>
            <a:ext cx="314400" cy="140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43" name="Google Shape;143;p27"/>
          <p:cNvSpPr/>
          <p:nvPr/>
        </p:nvSpPr>
        <p:spPr>
          <a:xfrm>
            <a:off x="4572000" y="3957525"/>
            <a:ext cx="314400" cy="140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44" name="Google Shape;144;p27"/>
          <p:cNvSpPr/>
          <p:nvPr/>
        </p:nvSpPr>
        <p:spPr>
          <a:xfrm rot="-10796720">
            <a:off x="6189299" y="3403795"/>
            <a:ext cx="314400" cy="140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45" name="Google Shape;145;p27"/>
          <p:cNvSpPr txBox="1"/>
          <p:nvPr/>
        </p:nvSpPr>
        <p:spPr>
          <a:xfrm>
            <a:off x="1193225" y="4020375"/>
            <a:ext cx="3168300" cy="969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s" sz="1300" u="none" cap="none" strike="noStrike">
                <a:solidFill>
                  <a:schemeClr val="lt1"/>
                </a:solidFill>
                <a:latin typeface="Roboto"/>
                <a:ea typeface="Roboto"/>
                <a:cs typeface="Roboto"/>
                <a:sym typeface="Roboto"/>
              </a:rPr>
              <a:t>Actividades completadas dentro del EDT</a:t>
            </a:r>
            <a:endParaRPr b="0" i="0" sz="13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Roboto"/>
              <a:ea typeface="Roboto"/>
              <a:cs typeface="Roboto"/>
              <a:sym typeface="Roboto"/>
            </a:endParaRPr>
          </a:p>
          <a:p>
            <a:pPr indent="-292100" lvl="0" marL="457200" marR="0" rtl="0" algn="l">
              <a:lnSpc>
                <a:spcPct val="150000"/>
              </a:lnSpc>
              <a:spcBef>
                <a:spcPts val="0"/>
              </a:spcBef>
              <a:spcAft>
                <a:spcPts val="0"/>
              </a:spcAft>
              <a:buClr>
                <a:schemeClr val="lt1"/>
              </a:buClr>
              <a:buSzPts val="1000"/>
              <a:buFont typeface="Roboto"/>
              <a:buChar char="●"/>
            </a:pPr>
            <a:r>
              <a:rPr b="0" i="0" lang="es" sz="1000" u="none" cap="none" strike="noStrike">
                <a:solidFill>
                  <a:schemeClr val="lt1"/>
                </a:solidFill>
                <a:latin typeface="Roboto"/>
                <a:ea typeface="Roboto"/>
                <a:cs typeface="Roboto"/>
                <a:sym typeface="Roboto"/>
              </a:rPr>
              <a:t>Gantt</a:t>
            </a:r>
            <a:endParaRPr b="0" i="0" sz="1000" u="none" cap="none" strike="noStrike">
              <a:solidFill>
                <a:schemeClr val="lt1"/>
              </a:solidFill>
              <a:latin typeface="Roboto"/>
              <a:ea typeface="Roboto"/>
              <a:cs typeface="Roboto"/>
              <a:sym typeface="Roboto"/>
            </a:endParaRPr>
          </a:p>
          <a:p>
            <a:pPr indent="-292100" lvl="0" marL="457200" marR="0" rtl="0" algn="l">
              <a:lnSpc>
                <a:spcPct val="150000"/>
              </a:lnSpc>
              <a:spcBef>
                <a:spcPts val="0"/>
              </a:spcBef>
              <a:spcAft>
                <a:spcPts val="0"/>
              </a:spcAft>
              <a:buClr>
                <a:schemeClr val="lt1"/>
              </a:buClr>
              <a:buSzPts val="1000"/>
              <a:buFont typeface="Roboto"/>
              <a:buChar char="●"/>
            </a:pPr>
            <a:r>
              <a:rPr b="0" i="0" lang="es" sz="1000" u="none" cap="none" strike="noStrike">
                <a:solidFill>
                  <a:schemeClr val="lt1"/>
                </a:solidFill>
                <a:latin typeface="Roboto"/>
                <a:ea typeface="Roboto"/>
                <a:cs typeface="Roboto"/>
                <a:sym typeface="Roboto"/>
              </a:rPr>
              <a:t>Definición y análisis de requerimientos</a:t>
            </a:r>
            <a:endParaRPr b="0" i="0" sz="1000" u="none" cap="none" strike="noStrike">
              <a:solidFill>
                <a:schemeClr val="lt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8"/>
          <p:cNvSpPr txBox="1"/>
          <p:nvPr>
            <p:ph type="title"/>
          </p:nvPr>
        </p:nvSpPr>
        <p:spPr>
          <a:xfrm>
            <a:off x="338425" y="326875"/>
            <a:ext cx="2598900" cy="625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s"/>
              <a:t>Actores/Roles</a:t>
            </a:r>
            <a:endParaRPr/>
          </a:p>
        </p:txBody>
      </p:sp>
      <p:sp>
        <p:nvSpPr>
          <p:cNvPr id="151" name="Google Shape;151;p28"/>
          <p:cNvSpPr txBox="1"/>
          <p:nvPr/>
        </p:nvSpPr>
        <p:spPr>
          <a:xfrm>
            <a:off x="338425" y="952375"/>
            <a:ext cx="3805200" cy="4202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s" sz="1300" u="none" cap="none" strike="noStrike">
                <a:solidFill>
                  <a:schemeClr val="lt1"/>
                </a:solidFill>
                <a:latin typeface="Roboto"/>
                <a:ea typeface="Roboto"/>
                <a:cs typeface="Roboto"/>
                <a:sym typeface="Roboto"/>
              </a:rPr>
              <a:t>Actores</a:t>
            </a:r>
            <a:endParaRPr b="1" i="0" sz="13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300"/>
              <a:buFont typeface="Arial"/>
              <a:buNone/>
            </a:pPr>
            <a:r>
              <a:t/>
            </a:r>
            <a:endParaRPr b="1" i="0" sz="1300" u="none" cap="none" strike="noStrike">
              <a:solidFill>
                <a:schemeClr val="lt1"/>
              </a:solidFill>
              <a:latin typeface="Roboto"/>
              <a:ea typeface="Roboto"/>
              <a:cs typeface="Roboto"/>
              <a:sym typeface="Roboto"/>
            </a:endParaRPr>
          </a:p>
          <a:p>
            <a:pPr indent="-292100" lvl="0" marL="457200" marR="0" rtl="0" algn="l">
              <a:lnSpc>
                <a:spcPct val="150000"/>
              </a:lnSpc>
              <a:spcBef>
                <a:spcPts val="0"/>
              </a:spcBef>
              <a:spcAft>
                <a:spcPts val="0"/>
              </a:spcAft>
              <a:buClr>
                <a:schemeClr val="lt1"/>
              </a:buClr>
              <a:buSzPts val="1000"/>
              <a:buFont typeface="Roboto"/>
              <a:buAutoNum type="arabicParenR"/>
            </a:pPr>
            <a:r>
              <a:rPr b="0" i="0" lang="es" sz="1000" u="none" cap="none" strike="noStrike">
                <a:solidFill>
                  <a:schemeClr val="lt1"/>
                </a:solidFill>
                <a:latin typeface="Roboto"/>
                <a:ea typeface="Roboto"/>
                <a:cs typeface="Roboto"/>
                <a:sym typeface="Roboto"/>
              </a:rPr>
              <a:t>Servicio Nacional de Aduanas (SNA)</a:t>
            </a:r>
            <a:endParaRPr b="0" i="0" sz="1000" u="none" cap="none" strike="noStrike">
              <a:solidFill>
                <a:schemeClr val="lt1"/>
              </a:solidFill>
              <a:latin typeface="Roboto"/>
              <a:ea typeface="Roboto"/>
              <a:cs typeface="Roboto"/>
              <a:sym typeface="Roboto"/>
            </a:endParaRPr>
          </a:p>
          <a:p>
            <a:pPr indent="-292100" lvl="0" marL="457200" marR="0" rtl="0" algn="l">
              <a:lnSpc>
                <a:spcPct val="100000"/>
              </a:lnSpc>
              <a:spcBef>
                <a:spcPts val="0"/>
              </a:spcBef>
              <a:spcAft>
                <a:spcPts val="0"/>
              </a:spcAft>
              <a:buClr>
                <a:schemeClr val="lt1"/>
              </a:buClr>
              <a:buSzPts val="1000"/>
              <a:buFont typeface="Arial"/>
              <a:buChar char="●"/>
            </a:pPr>
            <a:r>
              <a:rPr b="0" i="0" lang="es" sz="1000" u="none" cap="none" strike="noStrike">
                <a:solidFill>
                  <a:schemeClr val="lt1"/>
                </a:solidFill>
                <a:latin typeface="Arial"/>
                <a:ea typeface="Arial"/>
                <a:cs typeface="Arial"/>
                <a:sym typeface="Arial"/>
              </a:rPr>
              <a:t>Control</a:t>
            </a:r>
            <a:endParaRPr b="0" i="0" sz="1000" u="none" cap="none" strike="noStrike">
              <a:solidFill>
                <a:schemeClr val="lt1"/>
              </a:solidFill>
              <a:latin typeface="Arial"/>
              <a:ea typeface="Arial"/>
              <a:cs typeface="Arial"/>
              <a:sym typeface="Arial"/>
            </a:endParaRPr>
          </a:p>
          <a:p>
            <a:pPr indent="-292100" lvl="0" marL="457200" marR="0" rtl="0" algn="l">
              <a:lnSpc>
                <a:spcPct val="100000"/>
              </a:lnSpc>
              <a:spcBef>
                <a:spcPts val="0"/>
              </a:spcBef>
              <a:spcAft>
                <a:spcPts val="0"/>
              </a:spcAft>
              <a:buClr>
                <a:schemeClr val="lt1"/>
              </a:buClr>
              <a:buSzPts val="1000"/>
              <a:buFont typeface="Arial"/>
              <a:buChar char="●"/>
            </a:pPr>
            <a:r>
              <a:rPr b="0" i="0" lang="es" sz="1000" u="none" cap="none" strike="noStrike">
                <a:solidFill>
                  <a:schemeClr val="lt1"/>
                </a:solidFill>
                <a:latin typeface="Arial"/>
                <a:ea typeface="Arial"/>
                <a:cs typeface="Arial"/>
                <a:sym typeface="Arial"/>
              </a:rPr>
              <a:t>Fiscalización</a:t>
            </a:r>
            <a:endParaRPr b="0" i="0" sz="1000" u="none" cap="none" strike="noStrike">
              <a:solidFill>
                <a:schemeClr val="lt1"/>
              </a:solidFill>
              <a:latin typeface="Arial"/>
              <a:ea typeface="Arial"/>
              <a:cs typeface="Arial"/>
              <a:sym typeface="Arial"/>
            </a:endParaRPr>
          </a:p>
          <a:p>
            <a:pPr indent="-292100" lvl="0" marL="457200" marR="0" rtl="0" algn="l">
              <a:lnSpc>
                <a:spcPct val="100000"/>
              </a:lnSpc>
              <a:spcBef>
                <a:spcPts val="0"/>
              </a:spcBef>
              <a:spcAft>
                <a:spcPts val="0"/>
              </a:spcAft>
              <a:buClr>
                <a:schemeClr val="lt1"/>
              </a:buClr>
              <a:buSzPts val="1000"/>
              <a:buFont typeface="Arial"/>
              <a:buChar char="●"/>
            </a:pPr>
            <a:r>
              <a:rPr b="0" i="0" lang="es" sz="1000" u="none" cap="none" strike="noStrike">
                <a:solidFill>
                  <a:schemeClr val="lt1"/>
                </a:solidFill>
                <a:latin typeface="Arial"/>
                <a:ea typeface="Arial"/>
                <a:cs typeface="Arial"/>
                <a:sym typeface="Arial"/>
              </a:rPr>
              <a:t>Facilitación del comercio</a:t>
            </a:r>
            <a:endParaRPr b="0" i="0" sz="10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lt1"/>
              </a:solidFill>
              <a:latin typeface="Roboto"/>
              <a:ea typeface="Roboto"/>
              <a:cs typeface="Roboto"/>
              <a:sym typeface="Roboto"/>
            </a:endParaRPr>
          </a:p>
          <a:p>
            <a:pPr indent="-292100" lvl="0" marL="457200" marR="0" rtl="0" algn="l">
              <a:lnSpc>
                <a:spcPct val="150000"/>
              </a:lnSpc>
              <a:spcBef>
                <a:spcPts val="0"/>
              </a:spcBef>
              <a:spcAft>
                <a:spcPts val="0"/>
              </a:spcAft>
              <a:buClr>
                <a:schemeClr val="lt1"/>
              </a:buClr>
              <a:buSzPts val="1000"/>
              <a:buFont typeface="Roboto"/>
              <a:buAutoNum type="arabicParenR"/>
            </a:pPr>
            <a:r>
              <a:rPr b="0" i="0" lang="es" sz="1000" u="none" cap="none" strike="noStrike">
                <a:solidFill>
                  <a:schemeClr val="lt1"/>
                </a:solidFill>
                <a:latin typeface="Roboto"/>
                <a:ea typeface="Roboto"/>
                <a:cs typeface="Roboto"/>
                <a:sym typeface="Roboto"/>
              </a:rPr>
              <a:t>Servicio Agrícola y Ganadero (SAG)</a:t>
            </a:r>
            <a:endParaRPr b="0" i="0" sz="1000" u="none" cap="none" strike="noStrike">
              <a:solidFill>
                <a:schemeClr val="lt1"/>
              </a:solidFill>
              <a:latin typeface="Roboto"/>
              <a:ea typeface="Roboto"/>
              <a:cs typeface="Roboto"/>
              <a:sym typeface="Roboto"/>
            </a:endParaRPr>
          </a:p>
          <a:p>
            <a:pPr indent="-292100" lvl="0" marL="457200" marR="0" rtl="0" algn="l">
              <a:lnSpc>
                <a:spcPct val="100000"/>
              </a:lnSpc>
              <a:spcBef>
                <a:spcPts val="0"/>
              </a:spcBef>
              <a:spcAft>
                <a:spcPts val="0"/>
              </a:spcAft>
              <a:buClr>
                <a:schemeClr val="lt1"/>
              </a:buClr>
              <a:buSzPts val="1000"/>
              <a:buFont typeface="Arial"/>
              <a:buChar char="●"/>
            </a:pPr>
            <a:r>
              <a:rPr b="0" i="0" lang="es" sz="1000" u="none" cap="none" strike="noStrike">
                <a:solidFill>
                  <a:schemeClr val="lt1"/>
                </a:solidFill>
                <a:latin typeface="Arial"/>
                <a:ea typeface="Arial"/>
                <a:cs typeface="Arial"/>
                <a:sym typeface="Arial"/>
              </a:rPr>
              <a:t>Control</a:t>
            </a:r>
            <a:endParaRPr b="0" i="0" sz="1000" u="none" cap="none" strike="noStrike">
              <a:solidFill>
                <a:schemeClr val="lt1"/>
              </a:solidFill>
              <a:latin typeface="Arial"/>
              <a:ea typeface="Arial"/>
              <a:cs typeface="Arial"/>
              <a:sym typeface="Arial"/>
            </a:endParaRPr>
          </a:p>
          <a:p>
            <a:pPr indent="-292100" lvl="0" marL="457200" marR="0" rtl="0" algn="l">
              <a:lnSpc>
                <a:spcPct val="100000"/>
              </a:lnSpc>
              <a:spcBef>
                <a:spcPts val="0"/>
              </a:spcBef>
              <a:spcAft>
                <a:spcPts val="0"/>
              </a:spcAft>
              <a:buClr>
                <a:schemeClr val="lt1"/>
              </a:buClr>
              <a:buSzPts val="1000"/>
              <a:buFont typeface="Arial"/>
              <a:buChar char="●"/>
            </a:pPr>
            <a:r>
              <a:rPr b="0" i="0" lang="es" sz="1000" u="none" cap="none" strike="noStrike">
                <a:solidFill>
                  <a:schemeClr val="lt1"/>
                </a:solidFill>
                <a:latin typeface="Arial"/>
                <a:ea typeface="Arial"/>
                <a:cs typeface="Arial"/>
                <a:sym typeface="Arial"/>
              </a:rPr>
              <a:t>Fiscalización</a:t>
            </a:r>
            <a:endParaRPr b="0" i="0" sz="10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lt1"/>
              </a:solidFill>
              <a:latin typeface="Arial"/>
              <a:ea typeface="Arial"/>
              <a:cs typeface="Arial"/>
              <a:sym typeface="Arial"/>
            </a:endParaRPr>
          </a:p>
          <a:p>
            <a:pPr indent="-292100" lvl="0" marL="457200" marR="0" rtl="0" algn="l">
              <a:lnSpc>
                <a:spcPct val="150000"/>
              </a:lnSpc>
              <a:spcBef>
                <a:spcPts val="0"/>
              </a:spcBef>
              <a:spcAft>
                <a:spcPts val="0"/>
              </a:spcAft>
              <a:buClr>
                <a:schemeClr val="lt1"/>
              </a:buClr>
              <a:buSzPts val="1000"/>
              <a:buFont typeface="Roboto"/>
              <a:buAutoNum type="arabicParenR"/>
            </a:pPr>
            <a:r>
              <a:rPr b="0" i="0" lang="es" sz="1000" u="none" cap="none" strike="noStrike">
                <a:solidFill>
                  <a:schemeClr val="lt1"/>
                </a:solidFill>
                <a:latin typeface="Roboto"/>
                <a:ea typeface="Roboto"/>
                <a:cs typeface="Roboto"/>
                <a:sym typeface="Roboto"/>
              </a:rPr>
              <a:t>Policía de Investigaciones (PDI)</a:t>
            </a:r>
            <a:endParaRPr b="0" i="0" sz="1000" u="none" cap="none" strike="noStrike">
              <a:solidFill>
                <a:schemeClr val="lt1"/>
              </a:solidFill>
              <a:latin typeface="Roboto"/>
              <a:ea typeface="Roboto"/>
              <a:cs typeface="Roboto"/>
              <a:sym typeface="Roboto"/>
            </a:endParaRPr>
          </a:p>
          <a:p>
            <a:pPr indent="-292100" lvl="0" marL="457200" marR="0" rtl="0" algn="l">
              <a:lnSpc>
                <a:spcPct val="100000"/>
              </a:lnSpc>
              <a:spcBef>
                <a:spcPts val="0"/>
              </a:spcBef>
              <a:spcAft>
                <a:spcPts val="0"/>
              </a:spcAft>
              <a:buClr>
                <a:schemeClr val="lt1"/>
              </a:buClr>
              <a:buSzPts val="1000"/>
              <a:buFont typeface="Arial"/>
              <a:buChar char="●"/>
            </a:pPr>
            <a:r>
              <a:rPr b="0" i="0" lang="es" sz="1000" u="none" cap="none" strike="noStrike">
                <a:solidFill>
                  <a:schemeClr val="lt1"/>
                </a:solidFill>
                <a:latin typeface="Arial"/>
                <a:ea typeface="Arial"/>
                <a:cs typeface="Arial"/>
                <a:sym typeface="Arial"/>
              </a:rPr>
              <a:t>Control</a:t>
            </a:r>
            <a:endParaRPr b="0" i="0" sz="1000" u="none" cap="none" strike="noStrike">
              <a:solidFill>
                <a:schemeClr val="lt1"/>
              </a:solidFill>
              <a:latin typeface="Arial"/>
              <a:ea typeface="Arial"/>
              <a:cs typeface="Arial"/>
              <a:sym typeface="Arial"/>
            </a:endParaRPr>
          </a:p>
          <a:p>
            <a:pPr indent="-292100" lvl="0" marL="457200" marR="0" rtl="0" algn="l">
              <a:lnSpc>
                <a:spcPct val="100000"/>
              </a:lnSpc>
              <a:spcBef>
                <a:spcPts val="0"/>
              </a:spcBef>
              <a:spcAft>
                <a:spcPts val="0"/>
              </a:spcAft>
              <a:buClr>
                <a:schemeClr val="lt1"/>
              </a:buClr>
              <a:buSzPts val="1000"/>
              <a:buFont typeface="Arial"/>
              <a:buChar char="●"/>
            </a:pPr>
            <a:r>
              <a:rPr b="0" i="0" lang="es" sz="1000" u="none" cap="none" strike="noStrike">
                <a:solidFill>
                  <a:schemeClr val="lt1"/>
                </a:solidFill>
                <a:latin typeface="Arial"/>
                <a:ea typeface="Arial"/>
                <a:cs typeface="Arial"/>
                <a:sym typeface="Arial"/>
              </a:rPr>
              <a:t>Fiscalización</a:t>
            </a:r>
            <a:endParaRPr b="0" i="0" sz="1000" u="none" cap="none" strike="noStrike">
              <a:solidFill>
                <a:schemeClr val="lt1"/>
              </a:solidFill>
              <a:latin typeface="Arial"/>
              <a:ea typeface="Arial"/>
              <a:cs typeface="Arial"/>
              <a:sym typeface="Arial"/>
            </a:endParaRPr>
          </a:p>
          <a:p>
            <a:pPr indent="0" lvl="0" marL="91440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lt1"/>
              </a:solidFill>
              <a:latin typeface="Arial"/>
              <a:ea typeface="Arial"/>
              <a:cs typeface="Arial"/>
              <a:sym typeface="Arial"/>
            </a:endParaRPr>
          </a:p>
          <a:p>
            <a:pPr indent="-292100" lvl="0" marL="457200" marR="0" rtl="0" algn="l">
              <a:lnSpc>
                <a:spcPct val="150000"/>
              </a:lnSpc>
              <a:spcBef>
                <a:spcPts val="0"/>
              </a:spcBef>
              <a:spcAft>
                <a:spcPts val="0"/>
              </a:spcAft>
              <a:buClr>
                <a:schemeClr val="lt1"/>
              </a:buClr>
              <a:buSzPts val="1000"/>
              <a:buFont typeface="Roboto"/>
              <a:buAutoNum type="arabicParenR"/>
            </a:pPr>
            <a:r>
              <a:rPr b="0" i="0" lang="es" sz="1000" u="none" cap="none" strike="noStrike">
                <a:solidFill>
                  <a:schemeClr val="lt1"/>
                </a:solidFill>
                <a:latin typeface="Roboto"/>
                <a:ea typeface="Roboto"/>
                <a:cs typeface="Roboto"/>
                <a:sym typeface="Roboto"/>
              </a:rPr>
              <a:t>Ciudadanos / Pasajeros</a:t>
            </a:r>
            <a:endParaRPr b="0" i="0" sz="1000" u="none" cap="none" strike="noStrike">
              <a:solidFill>
                <a:schemeClr val="lt1"/>
              </a:solidFill>
              <a:latin typeface="Roboto"/>
              <a:ea typeface="Roboto"/>
              <a:cs typeface="Roboto"/>
              <a:sym typeface="Roboto"/>
            </a:endParaRPr>
          </a:p>
          <a:p>
            <a:pPr indent="-292100" lvl="0" marL="457200" marR="0" rtl="0" algn="l">
              <a:lnSpc>
                <a:spcPct val="100000"/>
              </a:lnSpc>
              <a:spcBef>
                <a:spcPts val="0"/>
              </a:spcBef>
              <a:spcAft>
                <a:spcPts val="0"/>
              </a:spcAft>
              <a:buClr>
                <a:schemeClr val="lt1"/>
              </a:buClr>
              <a:buSzPts val="1000"/>
              <a:buFont typeface="Arial"/>
              <a:buChar char="●"/>
            </a:pPr>
            <a:r>
              <a:rPr b="0" i="0" lang="es" sz="1000" u="none" cap="none" strike="noStrike">
                <a:solidFill>
                  <a:schemeClr val="lt1"/>
                </a:solidFill>
                <a:latin typeface="Arial"/>
                <a:ea typeface="Arial"/>
                <a:cs typeface="Arial"/>
                <a:sym typeface="Arial"/>
              </a:rPr>
              <a:t>Facilitación del comercio (usuarios del sistema)</a:t>
            </a:r>
            <a:endParaRPr b="0" i="0" sz="1000" u="none" cap="none" strike="noStrike">
              <a:solidFill>
                <a:schemeClr val="lt1"/>
              </a:solidFill>
              <a:latin typeface="Arial"/>
              <a:ea typeface="Arial"/>
              <a:cs typeface="Arial"/>
              <a:sym typeface="Arial"/>
            </a:endParaRPr>
          </a:p>
          <a:p>
            <a:pPr indent="0" lvl="0" marL="91440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lt1"/>
              </a:solidFill>
              <a:latin typeface="Arial"/>
              <a:ea typeface="Arial"/>
              <a:cs typeface="Arial"/>
              <a:sym typeface="Arial"/>
            </a:endParaRPr>
          </a:p>
          <a:p>
            <a:pPr indent="-292100" lvl="0" marL="457200" marR="0" rtl="0" algn="l">
              <a:lnSpc>
                <a:spcPct val="150000"/>
              </a:lnSpc>
              <a:spcBef>
                <a:spcPts val="0"/>
              </a:spcBef>
              <a:spcAft>
                <a:spcPts val="0"/>
              </a:spcAft>
              <a:buClr>
                <a:schemeClr val="lt1"/>
              </a:buClr>
              <a:buSzPts val="1000"/>
              <a:buFont typeface="Roboto"/>
              <a:buAutoNum type="arabicParenR"/>
            </a:pPr>
            <a:r>
              <a:rPr b="0" i="0" lang="es" sz="1000" u="none" cap="none" strike="noStrike">
                <a:solidFill>
                  <a:schemeClr val="lt1"/>
                </a:solidFill>
                <a:latin typeface="Roboto"/>
                <a:ea typeface="Roboto"/>
                <a:cs typeface="Roboto"/>
                <a:sym typeface="Roboto"/>
              </a:rPr>
              <a:t>Aduanas de países limítrofes (Aduana Argentina)</a:t>
            </a:r>
            <a:endParaRPr b="0" i="0" sz="1000" u="none" cap="none" strike="noStrike">
              <a:solidFill>
                <a:schemeClr val="lt1"/>
              </a:solidFill>
              <a:latin typeface="Roboto"/>
              <a:ea typeface="Roboto"/>
              <a:cs typeface="Roboto"/>
              <a:sym typeface="Roboto"/>
            </a:endParaRPr>
          </a:p>
          <a:p>
            <a:pPr indent="-292100" lvl="0" marL="457200" marR="0" rtl="0" algn="l">
              <a:lnSpc>
                <a:spcPct val="100000"/>
              </a:lnSpc>
              <a:spcBef>
                <a:spcPts val="0"/>
              </a:spcBef>
              <a:spcAft>
                <a:spcPts val="0"/>
              </a:spcAft>
              <a:buClr>
                <a:schemeClr val="lt1"/>
              </a:buClr>
              <a:buSzPts val="1000"/>
              <a:buFont typeface="Arial"/>
              <a:buChar char="●"/>
            </a:pPr>
            <a:r>
              <a:rPr b="0" i="0" lang="es" sz="1000" u="none" cap="none" strike="noStrike">
                <a:solidFill>
                  <a:schemeClr val="lt1"/>
                </a:solidFill>
                <a:latin typeface="Arial"/>
                <a:ea typeface="Arial"/>
                <a:cs typeface="Arial"/>
                <a:sym typeface="Arial"/>
              </a:rPr>
              <a:t>Instituciones extranjeras</a:t>
            </a:r>
            <a:endParaRPr b="0" i="0" sz="1000" u="none" cap="none" strike="noStrike">
              <a:solidFill>
                <a:schemeClr val="lt1"/>
              </a:solidFill>
              <a:latin typeface="Arial"/>
              <a:ea typeface="Arial"/>
              <a:cs typeface="Arial"/>
              <a:sym typeface="Arial"/>
            </a:endParaRPr>
          </a:p>
          <a:p>
            <a:pPr indent="-292100" lvl="0" marL="457200" marR="0" rtl="0" algn="l">
              <a:lnSpc>
                <a:spcPct val="100000"/>
              </a:lnSpc>
              <a:spcBef>
                <a:spcPts val="0"/>
              </a:spcBef>
              <a:spcAft>
                <a:spcPts val="0"/>
              </a:spcAft>
              <a:buClr>
                <a:schemeClr val="lt1"/>
              </a:buClr>
              <a:buSzPts val="1000"/>
              <a:buFont typeface="Arial"/>
              <a:buChar char="●"/>
            </a:pPr>
            <a:r>
              <a:rPr b="0" i="0" lang="es" sz="1000" u="none" cap="none" strike="noStrike">
                <a:solidFill>
                  <a:schemeClr val="lt1"/>
                </a:solidFill>
                <a:latin typeface="Arial"/>
                <a:ea typeface="Arial"/>
                <a:cs typeface="Arial"/>
                <a:sym typeface="Arial"/>
              </a:rPr>
              <a:t>Facilitación del comercio (intercambio de datos / coordinación fronteriza)</a:t>
            </a:r>
            <a:endParaRPr b="0" i="0" sz="1000" u="none" cap="none" strike="noStrike">
              <a:solidFill>
                <a:schemeClr val="lt1"/>
              </a:solidFill>
              <a:latin typeface="Arial"/>
              <a:ea typeface="Arial"/>
              <a:cs typeface="Arial"/>
              <a:sym typeface="Arial"/>
            </a:endParaRPr>
          </a:p>
          <a:p>
            <a:pPr indent="0" lvl="0" marL="91440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lt1"/>
              </a:solidFill>
              <a:latin typeface="Arial"/>
              <a:ea typeface="Arial"/>
              <a:cs typeface="Arial"/>
              <a:sym typeface="Arial"/>
            </a:endParaRPr>
          </a:p>
        </p:txBody>
      </p:sp>
      <p:pic>
        <p:nvPicPr>
          <p:cNvPr id="152" name="Google Shape;152;p28" title="01_libertadores.jpg"/>
          <p:cNvPicPr preferRelativeResize="0"/>
          <p:nvPr/>
        </p:nvPicPr>
        <p:blipFill rotWithShape="1">
          <a:blip r:embed="rId3">
            <a:alphaModFix/>
          </a:blip>
          <a:srcRect b="0" l="0" r="0" t="0"/>
          <a:stretch/>
        </p:blipFill>
        <p:spPr>
          <a:xfrm>
            <a:off x="5124175" y="527500"/>
            <a:ext cx="2167050" cy="1625300"/>
          </a:xfrm>
          <a:prstGeom prst="rect">
            <a:avLst/>
          </a:prstGeom>
          <a:noFill/>
          <a:ln>
            <a:noFill/>
          </a:ln>
          <a:effectLst>
            <a:outerShdw blurRad="300038" rotWithShape="0" algn="bl" dir="5400000" dist="19050">
              <a:srgbClr val="000000">
                <a:alpha val="49800"/>
              </a:srgbClr>
            </a:outerShdw>
            <a:reflection blurRad="0" dir="0" dist="0" endA="0" endPos="30000" fadeDir="5400012" kx="0" rotWithShape="0" algn="bl" stA="20000" stPos="0" sy="-100000" ky="0"/>
          </a:effectLst>
        </p:spPr>
      </p:pic>
      <p:pic>
        <p:nvPicPr>
          <p:cNvPr id="153" name="Google Shape;153;p28" title="unnamed.jpg"/>
          <p:cNvPicPr preferRelativeResize="0"/>
          <p:nvPr/>
        </p:nvPicPr>
        <p:blipFill rotWithShape="1">
          <a:blip r:embed="rId4">
            <a:alphaModFix/>
          </a:blip>
          <a:srcRect b="0" l="0" r="0" t="0"/>
          <a:stretch/>
        </p:blipFill>
        <p:spPr>
          <a:xfrm>
            <a:off x="5239650" y="3044925"/>
            <a:ext cx="1659950" cy="1244975"/>
          </a:xfrm>
          <a:prstGeom prst="rect">
            <a:avLst/>
          </a:prstGeom>
          <a:noFill/>
          <a:ln>
            <a:noFill/>
          </a:ln>
          <a:effectLst>
            <a:outerShdw blurRad="300038" rotWithShape="0" algn="bl" dir="5400000" dist="19050">
              <a:srgbClr val="000000">
                <a:alpha val="49800"/>
              </a:srgbClr>
            </a:outerShdw>
            <a:reflection blurRad="0" dir="0" dist="0" endA="0" endPos="30000" fadeDir="5400012" kx="0" rotWithShape="0" algn="bl" stA="20000" stPos="0" sy="-100000" ky="0"/>
          </a:effectLst>
        </p:spPr>
      </p:pic>
      <p:pic>
        <p:nvPicPr>
          <p:cNvPr id="154" name="Google Shape;154;p28" title="sag-aysen-nuevo-perro-inspeccion-frontera.jpg"/>
          <p:cNvPicPr preferRelativeResize="0"/>
          <p:nvPr/>
        </p:nvPicPr>
        <p:blipFill rotWithShape="1">
          <a:blip r:embed="rId5">
            <a:alphaModFix/>
          </a:blip>
          <a:srcRect b="0" l="0" r="0" t="0"/>
          <a:stretch/>
        </p:blipFill>
        <p:spPr>
          <a:xfrm>
            <a:off x="7375925" y="2380050"/>
            <a:ext cx="1370625" cy="1463425"/>
          </a:xfrm>
          <a:prstGeom prst="rect">
            <a:avLst/>
          </a:prstGeom>
          <a:noFill/>
          <a:ln>
            <a:noFill/>
          </a:ln>
          <a:effectLst>
            <a:outerShdw blurRad="200025" rotWithShape="0" algn="bl" dir="5400000" dist="19050">
              <a:srgbClr val="000000">
                <a:alpha val="49800"/>
              </a:srgbClr>
            </a:outerShdw>
            <a:reflection blurRad="0" dir="0" dist="0" endA="0" endPos="30000" fadeDir="5400012" kx="0" rotWithShape="0" algn="bl" stA="20000" stPos="0" sy="-100000" ky="0"/>
          </a:effectLst>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9"/>
          <p:cNvSpPr txBox="1"/>
          <p:nvPr>
            <p:ph type="title"/>
          </p:nvPr>
        </p:nvSpPr>
        <p:spPr>
          <a:xfrm>
            <a:off x="311725" y="500925"/>
            <a:ext cx="3706500" cy="2508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s"/>
              <a:t>Gantt</a:t>
            </a:r>
            <a:endParaRPr/>
          </a:p>
        </p:txBody>
      </p:sp>
      <p:pic>
        <p:nvPicPr>
          <p:cNvPr id="160" name="Google Shape;160;p29" title="Captura.PNG"/>
          <p:cNvPicPr preferRelativeResize="0"/>
          <p:nvPr/>
        </p:nvPicPr>
        <p:blipFill rotWithShape="1">
          <a:blip r:embed="rId3">
            <a:alphaModFix/>
          </a:blip>
          <a:srcRect b="0" l="788" r="601" t="0"/>
          <a:stretch/>
        </p:blipFill>
        <p:spPr>
          <a:xfrm>
            <a:off x="4467575" y="375225"/>
            <a:ext cx="4530401" cy="3942475"/>
          </a:xfrm>
          <a:prstGeom prst="rect">
            <a:avLst/>
          </a:prstGeom>
          <a:noFill/>
          <a:ln>
            <a:noFill/>
          </a:ln>
          <a:effectLst>
            <a:outerShdw blurRad="300038" rotWithShape="0" algn="bl" dir="5400000" dist="19050">
              <a:srgbClr val="000000">
                <a:alpha val="49800"/>
              </a:srgbClr>
            </a:outerShdw>
            <a:reflection blurRad="0" dir="0" dist="0" endA="0" endPos="6000" fadeDir="5400012" kx="0" rotWithShape="0" algn="bl" stA="21000" stPos="0" sy="-100000" ky="0"/>
          </a:effectLst>
        </p:spPr>
      </p:pic>
      <p:sp>
        <p:nvSpPr>
          <p:cNvPr id="161" name="Google Shape;161;p29"/>
          <p:cNvSpPr txBox="1"/>
          <p:nvPr/>
        </p:nvSpPr>
        <p:spPr>
          <a:xfrm>
            <a:off x="430325" y="1316625"/>
            <a:ext cx="3706500" cy="2355000"/>
          </a:xfrm>
          <a:prstGeom prst="rect">
            <a:avLst/>
          </a:prstGeom>
          <a:noFill/>
          <a:ln>
            <a:noFill/>
          </a:ln>
        </p:spPr>
        <p:txBody>
          <a:bodyPr anchorCtr="0" anchor="t" bIns="91425" lIns="91425" spcFirstLastPara="1" rIns="91425" wrap="square" tIns="91425">
            <a:spAutoFit/>
          </a:bodyPr>
          <a:lstStyle/>
          <a:p>
            <a:pPr indent="0" lvl="0" marL="0" marR="0" rtl="0" algn="l">
              <a:lnSpc>
                <a:spcPct val="200000"/>
              </a:lnSpc>
              <a:spcBef>
                <a:spcPts val="0"/>
              </a:spcBef>
              <a:spcAft>
                <a:spcPts val="0"/>
              </a:spcAft>
              <a:buClr>
                <a:srgbClr val="000000"/>
              </a:buClr>
              <a:buSzPts val="1200"/>
              <a:buFont typeface="Arial"/>
              <a:buNone/>
            </a:pPr>
            <a:r>
              <a:rPr b="0" i="0" lang="es" sz="1200" u="none" cap="none" strike="noStrike">
                <a:solidFill>
                  <a:schemeClr val="lt1"/>
                </a:solidFill>
                <a:latin typeface="Roboto"/>
                <a:ea typeface="Roboto"/>
                <a:cs typeface="Roboto"/>
                <a:sym typeface="Roboto"/>
              </a:rPr>
              <a:t>Agrupamos las tareas en 6 fases:</a:t>
            </a:r>
            <a:endParaRPr b="0" i="0" sz="1200" u="none" cap="none" strike="noStrike">
              <a:solidFill>
                <a:schemeClr val="lt1"/>
              </a:solidFill>
              <a:latin typeface="Roboto"/>
              <a:ea typeface="Roboto"/>
              <a:cs typeface="Roboto"/>
              <a:sym typeface="Roboto"/>
            </a:endParaRPr>
          </a:p>
          <a:p>
            <a:pPr indent="-292100" lvl="0" marL="457200" marR="0" rtl="0" algn="l">
              <a:lnSpc>
                <a:spcPct val="115000"/>
              </a:lnSpc>
              <a:spcBef>
                <a:spcPts val="0"/>
              </a:spcBef>
              <a:spcAft>
                <a:spcPts val="0"/>
              </a:spcAft>
              <a:buClr>
                <a:schemeClr val="lt1"/>
              </a:buClr>
              <a:buSzPts val="1000"/>
              <a:buFont typeface="Roboto"/>
              <a:buAutoNum type="arabicPeriod"/>
            </a:pPr>
            <a:r>
              <a:rPr b="0" i="0" lang="es" sz="1000" u="none" cap="none" strike="noStrike">
                <a:solidFill>
                  <a:schemeClr val="lt1"/>
                </a:solidFill>
                <a:latin typeface="Roboto"/>
                <a:ea typeface="Roboto"/>
                <a:cs typeface="Roboto"/>
                <a:sym typeface="Roboto"/>
              </a:rPr>
              <a:t>Análisis</a:t>
            </a:r>
            <a:endParaRPr b="0" i="0" sz="1000" u="none" cap="none" strike="noStrike">
              <a:solidFill>
                <a:schemeClr val="lt1"/>
              </a:solidFill>
              <a:latin typeface="Roboto"/>
              <a:ea typeface="Roboto"/>
              <a:cs typeface="Roboto"/>
              <a:sym typeface="Roboto"/>
            </a:endParaRPr>
          </a:p>
          <a:p>
            <a:pPr indent="-292100" lvl="0" marL="457200" marR="0" rtl="0" algn="l">
              <a:lnSpc>
                <a:spcPct val="115000"/>
              </a:lnSpc>
              <a:spcBef>
                <a:spcPts val="0"/>
              </a:spcBef>
              <a:spcAft>
                <a:spcPts val="0"/>
              </a:spcAft>
              <a:buClr>
                <a:schemeClr val="lt1"/>
              </a:buClr>
              <a:buSzPts val="1000"/>
              <a:buFont typeface="Roboto"/>
              <a:buAutoNum type="arabicPeriod"/>
            </a:pPr>
            <a:r>
              <a:rPr b="0" i="0" lang="es" sz="1000" u="none" cap="none" strike="noStrike">
                <a:solidFill>
                  <a:schemeClr val="lt1"/>
                </a:solidFill>
                <a:latin typeface="Roboto"/>
                <a:ea typeface="Roboto"/>
                <a:cs typeface="Roboto"/>
                <a:sym typeface="Roboto"/>
              </a:rPr>
              <a:t>Diseño</a:t>
            </a:r>
            <a:endParaRPr b="0" i="0" sz="1000" u="none" cap="none" strike="noStrike">
              <a:solidFill>
                <a:schemeClr val="lt1"/>
              </a:solidFill>
              <a:latin typeface="Roboto"/>
              <a:ea typeface="Roboto"/>
              <a:cs typeface="Roboto"/>
              <a:sym typeface="Roboto"/>
            </a:endParaRPr>
          </a:p>
          <a:p>
            <a:pPr indent="-292100" lvl="0" marL="457200" marR="0" rtl="0" algn="l">
              <a:lnSpc>
                <a:spcPct val="115000"/>
              </a:lnSpc>
              <a:spcBef>
                <a:spcPts val="0"/>
              </a:spcBef>
              <a:spcAft>
                <a:spcPts val="0"/>
              </a:spcAft>
              <a:buClr>
                <a:schemeClr val="lt1"/>
              </a:buClr>
              <a:buSzPts val="1000"/>
              <a:buFont typeface="Roboto"/>
              <a:buAutoNum type="arabicPeriod"/>
            </a:pPr>
            <a:r>
              <a:rPr b="0" i="0" lang="es" sz="1000" u="none" cap="none" strike="noStrike">
                <a:solidFill>
                  <a:schemeClr val="lt1"/>
                </a:solidFill>
                <a:latin typeface="Roboto"/>
                <a:ea typeface="Roboto"/>
                <a:cs typeface="Roboto"/>
                <a:sym typeface="Roboto"/>
              </a:rPr>
              <a:t>Desarrollo</a:t>
            </a:r>
            <a:endParaRPr b="0" i="0" sz="1000" u="none" cap="none" strike="noStrike">
              <a:solidFill>
                <a:schemeClr val="lt1"/>
              </a:solidFill>
              <a:latin typeface="Roboto"/>
              <a:ea typeface="Roboto"/>
              <a:cs typeface="Roboto"/>
              <a:sym typeface="Roboto"/>
            </a:endParaRPr>
          </a:p>
          <a:p>
            <a:pPr indent="-292100" lvl="0" marL="457200" marR="0" rtl="0" algn="l">
              <a:lnSpc>
                <a:spcPct val="115000"/>
              </a:lnSpc>
              <a:spcBef>
                <a:spcPts val="0"/>
              </a:spcBef>
              <a:spcAft>
                <a:spcPts val="0"/>
              </a:spcAft>
              <a:buClr>
                <a:schemeClr val="lt1"/>
              </a:buClr>
              <a:buSzPts val="1000"/>
              <a:buFont typeface="Roboto"/>
              <a:buAutoNum type="arabicPeriod"/>
            </a:pPr>
            <a:r>
              <a:rPr b="0" i="0" lang="es" sz="1000" u="none" cap="none" strike="noStrike">
                <a:solidFill>
                  <a:schemeClr val="lt1"/>
                </a:solidFill>
                <a:latin typeface="Roboto"/>
                <a:ea typeface="Roboto"/>
                <a:cs typeface="Roboto"/>
                <a:sym typeface="Roboto"/>
              </a:rPr>
              <a:t>Testeo</a:t>
            </a:r>
            <a:endParaRPr b="0" i="0" sz="1000" u="none" cap="none" strike="noStrike">
              <a:solidFill>
                <a:schemeClr val="lt1"/>
              </a:solidFill>
              <a:latin typeface="Roboto"/>
              <a:ea typeface="Roboto"/>
              <a:cs typeface="Roboto"/>
              <a:sym typeface="Roboto"/>
            </a:endParaRPr>
          </a:p>
          <a:p>
            <a:pPr indent="-292100" lvl="0" marL="457200" marR="0" rtl="0" algn="l">
              <a:lnSpc>
                <a:spcPct val="115000"/>
              </a:lnSpc>
              <a:spcBef>
                <a:spcPts val="0"/>
              </a:spcBef>
              <a:spcAft>
                <a:spcPts val="0"/>
              </a:spcAft>
              <a:buClr>
                <a:schemeClr val="lt1"/>
              </a:buClr>
              <a:buSzPts val="1000"/>
              <a:buFont typeface="Roboto"/>
              <a:buAutoNum type="arabicPeriod"/>
            </a:pPr>
            <a:r>
              <a:rPr b="0" i="0" lang="es" sz="1000" u="none" cap="none" strike="noStrike">
                <a:solidFill>
                  <a:schemeClr val="lt1"/>
                </a:solidFill>
                <a:latin typeface="Roboto"/>
                <a:ea typeface="Roboto"/>
                <a:cs typeface="Roboto"/>
                <a:sym typeface="Roboto"/>
              </a:rPr>
              <a:t>Implementación</a:t>
            </a:r>
            <a:endParaRPr b="0" i="0" sz="1000" u="none" cap="none" strike="noStrike">
              <a:solidFill>
                <a:schemeClr val="lt1"/>
              </a:solidFill>
              <a:latin typeface="Roboto"/>
              <a:ea typeface="Roboto"/>
              <a:cs typeface="Roboto"/>
              <a:sym typeface="Roboto"/>
            </a:endParaRPr>
          </a:p>
          <a:p>
            <a:pPr indent="-292100" lvl="0" marL="457200" marR="0" rtl="0" algn="l">
              <a:lnSpc>
                <a:spcPct val="115000"/>
              </a:lnSpc>
              <a:spcBef>
                <a:spcPts val="0"/>
              </a:spcBef>
              <a:spcAft>
                <a:spcPts val="0"/>
              </a:spcAft>
              <a:buClr>
                <a:schemeClr val="lt1"/>
              </a:buClr>
              <a:buSzPts val="1000"/>
              <a:buFont typeface="Roboto"/>
              <a:buAutoNum type="arabicPeriod"/>
            </a:pPr>
            <a:r>
              <a:rPr b="0" i="0" lang="es" sz="1000" u="none" cap="none" strike="noStrike">
                <a:solidFill>
                  <a:schemeClr val="lt1"/>
                </a:solidFill>
                <a:latin typeface="Roboto"/>
                <a:ea typeface="Roboto"/>
                <a:cs typeface="Roboto"/>
                <a:sym typeface="Roboto"/>
              </a:rPr>
              <a:t>Mantención</a:t>
            </a:r>
            <a:endParaRPr b="0" i="0" sz="10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lt1"/>
                </a:solidFill>
                <a:latin typeface="Roboto"/>
                <a:ea typeface="Roboto"/>
                <a:cs typeface="Roboto"/>
                <a:sym typeface="Roboto"/>
              </a:rPr>
              <a:t>Estas actividades están distribuidas dentro de un periodo de 20 semanas, durando cada actividad </a:t>
            </a:r>
            <a:endParaRPr b="0" i="0" sz="12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lt1"/>
                </a:solidFill>
                <a:latin typeface="Roboto"/>
                <a:ea typeface="Roboto"/>
                <a:cs typeface="Roboto"/>
                <a:sym typeface="Roboto"/>
              </a:rPr>
              <a:t>entre 16 a 80 hrs.</a:t>
            </a:r>
            <a:endParaRPr b="0" i="0" sz="1200" u="none" cap="none" strike="noStrike">
              <a:solidFill>
                <a:schemeClr val="lt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0"/>
          <p:cNvSpPr txBox="1"/>
          <p:nvPr>
            <p:ph type="title"/>
          </p:nvPr>
        </p:nvSpPr>
        <p:spPr>
          <a:xfrm>
            <a:off x="311725" y="500925"/>
            <a:ext cx="3706500" cy="615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s"/>
              <a:t>Requerimientos</a:t>
            </a:r>
            <a:endParaRPr/>
          </a:p>
        </p:txBody>
      </p:sp>
      <p:pic>
        <p:nvPicPr>
          <p:cNvPr id="167" name="Google Shape;167;p30" title="Captura.PNG"/>
          <p:cNvPicPr preferRelativeResize="0"/>
          <p:nvPr/>
        </p:nvPicPr>
        <p:blipFill rotWithShape="1">
          <a:blip r:embed="rId3">
            <a:alphaModFix/>
          </a:blip>
          <a:srcRect b="0" l="0" r="0" t="0"/>
          <a:stretch/>
        </p:blipFill>
        <p:spPr>
          <a:xfrm>
            <a:off x="4635000" y="960250"/>
            <a:ext cx="4166401" cy="3004474"/>
          </a:xfrm>
          <a:prstGeom prst="rect">
            <a:avLst/>
          </a:prstGeom>
          <a:noFill/>
          <a:ln>
            <a:noFill/>
          </a:ln>
          <a:effectLst>
            <a:outerShdw blurRad="200025" rotWithShape="0" algn="bl" dir="5400000" dist="19050">
              <a:srgbClr val="000000">
                <a:alpha val="49800"/>
              </a:srgbClr>
            </a:outerShdw>
            <a:reflection blurRad="0" dir="0" dist="0" endA="0" endPos="30000" fadeDir="5400012" kx="0" rotWithShape="0" algn="bl" stA="20000" stPos="0" sy="-100000" ky="0"/>
          </a:effectLst>
        </p:spPr>
      </p:pic>
      <p:sp>
        <p:nvSpPr>
          <p:cNvPr id="168" name="Google Shape;168;p30"/>
          <p:cNvSpPr txBox="1"/>
          <p:nvPr/>
        </p:nvSpPr>
        <p:spPr>
          <a:xfrm>
            <a:off x="667650" y="1416650"/>
            <a:ext cx="3408600" cy="2893800"/>
          </a:xfrm>
          <a:prstGeom prst="rect">
            <a:avLst/>
          </a:prstGeom>
          <a:noFill/>
          <a:ln>
            <a:noFill/>
          </a:ln>
        </p:spPr>
        <p:txBody>
          <a:bodyPr anchorCtr="0" anchor="t" bIns="91425" lIns="91425" spcFirstLastPara="1" rIns="91425" wrap="square" tIns="91425">
            <a:spAutoFit/>
          </a:bodyPr>
          <a:lstStyle/>
          <a:p>
            <a:pPr indent="0" lvl="0" marL="0" marR="0" rtl="0" algn="l">
              <a:lnSpc>
                <a:spcPct val="200000"/>
              </a:lnSpc>
              <a:spcBef>
                <a:spcPts val="0"/>
              </a:spcBef>
              <a:spcAft>
                <a:spcPts val="0"/>
              </a:spcAft>
              <a:buClr>
                <a:srgbClr val="000000"/>
              </a:buClr>
              <a:buSzPts val="1300"/>
              <a:buFont typeface="Arial"/>
              <a:buNone/>
            </a:pPr>
            <a:r>
              <a:rPr b="1" i="0" lang="es" sz="1300" u="none" cap="none" strike="noStrike">
                <a:solidFill>
                  <a:schemeClr val="lt1"/>
                </a:solidFill>
                <a:latin typeface="Roboto"/>
                <a:ea typeface="Roboto"/>
                <a:cs typeface="Roboto"/>
                <a:sym typeface="Roboto"/>
              </a:rPr>
              <a:t>Funcionales </a:t>
            </a:r>
            <a:r>
              <a:rPr b="0" i="0" lang="es" sz="1000" u="none" cap="none" strike="noStrike">
                <a:solidFill>
                  <a:schemeClr val="lt1"/>
                </a:solidFill>
                <a:latin typeface="Roboto"/>
                <a:ea typeface="Roboto"/>
                <a:cs typeface="Roboto"/>
                <a:sym typeface="Roboto"/>
              </a:rPr>
              <a:t>(R.1 / R.2 / R.3 / R.5 / R.6 / R.9 / R.10)</a:t>
            </a:r>
            <a:endParaRPr b="0" i="0" sz="1000" u="none" cap="none" strike="noStrike">
              <a:solidFill>
                <a:schemeClr val="lt1"/>
              </a:solidFill>
              <a:latin typeface="Roboto"/>
              <a:ea typeface="Roboto"/>
              <a:cs typeface="Roboto"/>
              <a:sym typeface="Roboto"/>
            </a:endParaRPr>
          </a:p>
          <a:p>
            <a:pPr indent="-292100" lvl="0" marL="457200" marR="0" rtl="0" algn="l">
              <a:lnSpc>
                <a:spcPct val="115000"/>
              </a:lnSpc>
              <a:spcBef>
                <a:spcPts val="0"/>
              </a:spcBef>
              <a:spcAft>
                <a:spcPts val="0"/>
              </a:spcAft>
              <a:buClr>
                <a:schemeClr val="lt1"/>
              </a:buClr>
              <a:buSzPts val="1000"/>
              <a:buFont typeface="Roboto"/>
              <a:buChar char="●"/>
            </a:pPr>
            <a:r>
              <a:rPr b="0" i="0" lang="es" sz="1000" u="none" cap="none" strike="noStrike">
                <a:solidFill>
                  <a:schemeClr val="lt1"/>
                </a:solidFill>
                <a:latin typeface="Roboto"/>
                <a:ea typeface="Roboto"/>
                <a:cs typeface="Roboto"/>
                <a:sym typeface="Roboto"/>
              </a:rPr>
              <a:t>Automatizar procesos clave</a:t>
            </a:r>
            <a:endParaRPr b="0" i="0" sz="1000" u="none" cap="none" strike="noStrike">
              <a:solidFill>
                <a:schemeClr val="lt1"/>
              </a:solidFill>
              <a:latin typeface="Roboto"/>
              <a:ea typeface="Roboto"/>
              <a:cs typeface="Roboto"/>
              <a:sym typeface="Roboto"/>
            </a:endParaRPr>
          </a:p>
          <a:p>
            <a:pPr indent="-292100" lvl="0" marL="457200" marR="0" rtl="0" algn="l">
              <a:lnSpc>
                <a:spcPct val="115000"/>
              </a:lnSpc>
              <a:spcBef>
                <a:spcPts val="0"/>
              </a:spcBef>
              <a:spcAft>
                <a:spcPts val="0"/>
              </a:spcAft>
              <a:buClr>
                <a:schemeClr val="lt1"/>
              </a:buClr>
              <a:buSzPts val="1000"/>
              <a:buFont typeface="Roboto"/>
              <a:buChar char="●"/>
            </a:pPr>
            <a:r>
              <a:rPr b="0" i="0" lang="es" sz="1000" u="none" cap="none" strike="noStrike">
                <a:solidFill>
                  <a:schemeClr val="lt1"/>
                </a:solidFill>
                <a:latin typeface="Roboto"/>
                <a:ea typeface="Roboto"/>
                <a:cs typeface="Roboto"/>
                <a:sym typeface="Roboto"/>
              </a:rPr>
              <a:t>Mejoran la eficiencia</a:t>
            </a:r>
            <a:endParaRPr b="0" i="0" sz="1000" u="none" cap="none" strike="noStrike">
              <a:solidFill>
                <a:schemeClr val="lt1"/>
              </a:solidFill>
              <a:latin typeface="Roboto"/>
              <a:ea typeface="Roboto"/>
              <a:cs typeface="Roboto"/>
              <a:sym typeface="Roboto"/>
            </a:endParaRPr>
          </a:p>
          <a:p>
            <a:pPr indent="-292100" lvl="0" marL="457200" marR="0" rtl="0" algn="l">
              <a:lnSpc>
                <a:spcPct val="100000"/>
              </a:lnSpc>
              <a:spcBef>
                <a:spcPts val="0"/>
              </a:spcBef>
              <a:spcAft>
                <a:spcPts val="0"/>
              </a:spcAft>
              <a:buClr>
                <a:schemeClr val="lt1"/>
              </a:buClr>
              <a:buSzPts val="1000"/>
              <a:buFont typeface="Roboto"/>
              <a:buChar char="●"/>
            </a:pPr>
            <a:r>
              <a:rPr b="0" i="0" lang="es" sz="1000" u="none" cap="none" strike="noStrike">
                <a:solidFill>
                  <a:schemeClr val="lt1"/>
                </a:solidFill>
                <a:latin typeface="Roboto"/>
                <a:ea typeface="Roboto"/>
                <a:cs typeface="Roboto"/>
                <a:sym typeface="Roboto"/>
              </a:rPr>
              <a:t>Reducen errores</a:t>
            </a:r>
            <a:endParaRPr b="0" i="0" sz="1000" u="none" cap="none" strike="noStrike">
              <a:solidFill>
                <a:schemeClr val="lt1"/>
              </a:solidFill>
              <a:latin typeface="Roboto"/>
              <a:ea typeface="Roboto"/>
              <a:cs typeface="Roboto"/>
              <a:sym typeface="Roboto"/>
            </a:endParaRPr>
          </a:p>
          <a:p>
            <a:pPr indent="-292100" lvl="0" marL="457200" marR="0" rtl="0" algn="l">
              <a:lnSpc>
                <a:spcPct val="100000"/>
              </a:lnSpc>
              <a:spcBef>
                <a:spcPts val="0"/>
              </a:spcBef>
              <a:spcAft>
                <a:spcPts val="0"/>
              </a:spcAft>
              <a:buClr>
                <a:schemeClr val="lt1"/>
              </a:buClr>
              <a:buSzPts val="1000"/>
              <a:buFont typeface="Roboto"/>
              <a:buChar char="●"/>
            </a:pPr>
            <a:r>
              <a:rPr b="0" i="0" lang="es" sz="1000" u="none" cap="none" strike="noStrike">
                <a:solidFill>
                  <a:schemeClr val="lt1"/>
                </a:solidFill>
                <a:latin typeface="Roboto"/>
                <a:ea typeface="Roboto"/>
                <a:cs typeface="Roboto"/>
                <a:sym typeface="Roboto"/>
              </a:rPr>
              <a:t>Agilizan controles fronterizos</a:t>
            </a:r>
            <a:endParaRPr b="0" i="0" sz="10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Roboto"/>
              <a:ea typeface="Roboto"/>
              <a:cs typeface="Roboto"/>
              <a:sym typeface="Roboto"/>
            </a:endParaRPr>
          </a:p>
          <a:p>
            <a:pPr indent="0" lvl="0" marL="0" marR="0" rtl="0" algn="l">
              <a:lnSpc>
                <a:spcPct val="200000"/>
              </a:lnSpc>
              <a:spcBef>
                <a:spcPts val="0"/>
              </a:spcBef>
              <a:spcAft>
                <a:spcPts val="0"/>
              </a:spcAft>
              <a:buClr>
                <a:srgbClr val="000000"/>
              </a:buClr>
              <a:buSzPts val="1300"/>
              <a:buFont typeface="Arial"/>
              <a:buNone/>
            </a:pPr>
            <a:r>
              <a:rPr b="1" i="0" lang="es" sz="1300" u="none" cap="none" strike="noStrike">
                <a:solidFill>
                  <a:schemeClr val="lt1"/>
                </a:solidFill>
                <a:latin typeface="Roboto"/>
                <a:ea typeface="Roboto"/>
                <a:cs typeface="Roboto"/>
                <a:sym typeface="Roboto"/>
              </a:rPr>
              <a:t>No Funcionales </a:t>
            </a:r>
            <a:r>
              <a:rPr b="0" i="0" lang="es" sz="1000" u="none" cap="none" strike="noStrike">
                <a:solidFill>
                  <a:schemeClr val="lt1"/>
                </a:solidFill>
                <a:latin typeface="Roboto"/>
                <a:ea typeface="Roboto"/>
                <a:cs typeface="Roboto"/>
                <a:sym typeface="Roboto"/>
              </a:rPr>
              <a:t>(R.4 / R.8)</a:t>
            </a:r>
            <a:endParaRPr b="0" i="0" sz="1000" u="none" cap="none" strike="noStrike">
              <a:solidFill>
                <a:schemeClr val="lt1"/>
              </a:solidFill>
              <a:latin typeface="Roboto"/>
              <a:ea typeface="Roboto"/>
              <a:cs typeface="Roboto"/>
              <a:sym typeface="Roboto"/>
            </a:endParaRPr>
          </a:p>
          <a:p>
            <a:pPr indent="-292100" lvl="0" marL="457200" marR="0" rtl="0" algn="l">
              <a:lnSpc>
                <a:spcPct val="100000"/>
              </a:lnSpc>
              <a:spcBef>
                <a:spcPts val="0"/>
              </a:spcBef>
              <a:spcAft>
                <a:spcPts val="0"/>
              </a:spcAft>
              <a:buClr>
                <a:schemeClr val="lt1"/>
              </a:buClr>
              <a:buSzPts val="1000"/>
              <a:buFont typeface="Arial"/>
              <a:buChar char="●"/>
            </a:pPr>
            <a:r>
              <a:rPr b="0" i="0" lang="es" sz="1000" u="none" cap="none" strike="noStrike">
                <a:solidFill>
                  <a:schemeClr val="lt1"/>
                </a:solidFill>
                <a:latin typeface="Arial"/>
                <a:ea typeface="Arial"/>
                <a:cs typeface="Arial"/>
                <a:sym typeface="Arial"/>
              </a:rPr>
              <a:t>Aseguran </a:t>
            </a:r>
            <a:r>
              <a:rPr b="1" i="0" lang="es" sz="1000" u="none" cap="none" strike="noStrike">
                <a:solidFill>
                  <a:schemeClr val="lt1"/>
                </a:solidFill>
                <a:latin typeface="Arial"/>
                <a:ea typeface="Arial"/>
                <a:cs typeface="Arial"/>
                <a:sym typeface="Arial"/>
              </a:rPr>
              <a:t>disponibilidad</a:t>
            </a:r>
            <a:r>
              <a:rPr b="0" i="0" lang="es" sz="1000" u="none" cap="none" strike="noStrike">
                <a:solidFill>
                  <a:schemeClr val="lt1"/>
                </a:solidFill>
                <a:latin typeface="Arial"/>
                <a:ea typeface="Arial"/>
                <a:cs typeface="Arial"/>
                <a:sym typeface="Arial"/>
              </a:rPr>
              <a:t> y </a:t>
            </a:r>
            <a:r>
              <a:rPr b="1" i="0" lang="es" sz="1000" u="none" cap="none" strike="noStrike">
                <a:solidFill>
                  <a:schemeClr val="lt1"/>
                </a:solidFill>
                <a:latin typeface="Arial"/>
                <a:ea typeface="Arial"/>
                <a:cs typeface="Arial"/>
                <a:sym typeface="Arial"/>
              </a:rPr>
              <a:t>respuesta rápida</a:t>
            </a:r>
            <a:r>
              <a:rPr b="0" i="0" lang="es" sz="1000" u="none" cap="none" strike="noStrike">
                <a:solidFill>
                  <a:schemeClr val="lt1"/>
                </a:solidFill>
                <a:latin typeface="Arial"/>
                <a:ea typeface="Arial"/>
                <a:cs typeface="Arial"/>
                <a:sym typeface="Arial"/>
              </a:rPr>
              <a:t>, elementos esenciales para el buen funcionamiento del sistema en tiempo real.</a:t>
            </a:r>
            <a:endParaRPr b="0" i="0" sz="1000" u="none" cap="none" strike="noStrike">
              <a:solidFill>
                <a:schemeClr val="lt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000"/>
              <a:buFont typeface="Arial"/>
              <a:buNone/>
            </a:pPr>
            <a:r>
              <a:t/>
            </a:r>
            <a:endParaRPr b="0" i="0" sz="1000" u="none" cap="none" strike="noStrike">
              <a:solidFill>
                <a:schemeClr val="lt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000"/>
              <a:buFont typeface="Arial"/>
              <a:buNone/>
            </a:pPr>
            <a:r>
              <a:t/>
            </a:r>
            <a:endParaRPr b="0" i="0" sz="1000" u="none" cap="none" strike="noStrike">
              <a:solidFill>
                <a:schemeClr val="lt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1"/>
          <p:cNvSpPr txBox="1"/>
          <p:nvPr>
            <p:ph type="title"/>
          </p:nvPr>
        </p:nvSpPr>
        <p:spPr>
          <a:xfrm>
            <a:off x="299125" y="267900"/>
            <a:ext cx="3706500" cy="13158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s" sz="1577" u="sng"/>
              <a:t>Vista Escenario</a:t>
            </a:r>
            <a:endParaRPr sz="1577" u="sng"/>
          </a:p>
          <a:p>
            <a:pPr indent="0" lvl="0" marL="0" rtl="0" algn="l">
              <a:lnSpc>
                <a:spcPct val="115000"/>
              </a:lnSpc>
              <a:spcBef>
                <a:spcPts val="1200"/>
              </a:spcBef>
              <a:spcAft>
                <a:spcPts val="0"/>
              </a:spcAft>
              <a:buNone/>
            </a:pPr>
            <a:r>
              <a:rPr b="1" lang="es"/>
              <a:t>Casos de uso:</a:t>
            </a:r>
            <a:endParaRPr b="1"/>
          </a:p>
          <a:p>
            <a:pPr indent="0" lvl="0" marL="0" rtl="0" algn="l">
              <a:lnSpc>
                <a:spcPct val="115000"/>
              </a:lnSpc>
              <a:spcBef>
                <a:spcPts val="1200"/>
              </a:spcBef>
              <a:spcAft>
                <a:spcPts val="0"/>
              </a:spcAft>
              <a:buNone/>
            </a:pPr>
            <a:r>
              <a:t/>
            </a:r>
            <a:endParaRPr/>
          </a:p>
          <a:p>
            <a:pPr indent="0" lvl="0" marL="0" rtl="0" algn="just">
              <a:spcBef>
                <a:spcPts val="1200"/>
              </a:spcBef>
              <a:spcAft>
                <a:spcPts val="0"/>
              </a:spcAft>
              <a:buNone/>
            </a:pPr>
            <a:r>
              <a:t/>
            </a:r>
            <a:endParaRPr/>
          </a:p>
          <a:p>
            <a:pPr indent="0" lvl="0" marL="0" rtl="0" algn="l">
              <a:spcBef>
                <a:spcPts val="0"/>
              </a:spcBef>
              <a:spcAft>
                <a:spcPts val="0"/>
              </a:spcAft>
              <a:buNone/>
            </a:pPr>
            <a:r>
              <a:t/>
            </a:r>
            <a:endParaRPr/>
          </a:p>
        </p:txBody>
      </p:sp>
      <p:pic>
        <p:nvPicPr>
          <p:cNvPr id="174" name="Google Shape;174;p31"/>
          <p:cNvPicPr preferRelativeResize="0"/>
          <p:nvPr/>
        </p:nvPicPr>
        <p:blipFill>
          <a:blip r:embed="rId3">
            <a:alphaModFix/>
          </a:blip>
          <a:stretch>
            <a:fillRect/>
          </a:stretch>
        </p:blipFill>
        <p:spPr>
          <a:xfrm>
            <a:off x="4332125" y="0"/>
            <a:ext cx="4811875" cy="2406675"/>
          </a:xfrm>
          <a:prstGeom prst="rect">
            <a:avLst/>
          </a:prstGeom>
          <a:noFill/>
          <a:ln>
            <a:noFill/>
          </a:ln>
        </p:spPr>
      </p:pic>
      <p:pic>
        <p:nvPicPr>
          <p:cNvPr id="175" name="Google Shape;175;p31"/>
          <p:cNvPicPr preferRelativeResize="0"/>
          <p:nvPr/>
        </p:nvPicPr>
        <p:blipFill rotWithShape="1">
          <a:blip r:embed="rId4">
            <a:alphaModFix/>
          </a:blip>
          <a:srcRect b="0" l="1080" r="-1080" t="0"/>
          <a:stretch/>
        </p:blipFill>
        <p:spPr>
          <a:xfrm>
            <a:off x="4444500" y="2236000"/>
            <a:ext cx="4376774" cy="2615125"/>
          </a:xfrm>
          <a:prstGeom prst="rect">
            <a:avLst/>
          </a:prstGeom>
          <a:noFill/>
          <a:ln>
            <a:noFill/>
          </a:ln>
        </p:spPr>
      </p:pic>
      <p:sp>
        <p:nvSpPr>
          <p:cNvPr id="176" name="Google Shape;176;p31"/>
          <p:cNvSpPr txBox="1"/>
          <p:nvPr>
            <p:ph type="title"/>
          </p:nvPr>
        </p:nvSpPr>
        <p:spPr>
          <a:xfrm>
            <a:off x="0" y="1464725"/>
            <a:ext cx="3706500" cy="1441500"/>
          </a:xfrm>
          <a:prstGeom prst="rect">
            <a:avLst/>
          </a:prstGeom>
        </p:spPr>
        <p:txBody>
          <a:bodyPr anchorCtr="0" anchor="t" bIns="91425" lIns="91425" spcFirstLastPara="1" rIns="91425" wrap="square" tIns="91425">
            <a:normAutofit fontScale="90000"/>
          </a:bodyPr>
          <a:lstStyle/>
          <a:p>
            <a:pPr indent="-297180" lvl="0" marL="457200" rtl="0" algn="just">
              <a:lnSpc>
                <a:spcPct val="115000"/>
              </a:lnSpc>
              <a:spcBef>
                <a:spcPts val="0"/>
              </a:spcBef>
              <a:spcAft>
                <a:spcPts val="0"/>
              </a:spcAft>
              <a:buSzPct val="100000"/>
              <a:buFont typeface="Arial"/>
              <a:buChar char="●"/>
            </a:pPr>
            <a:r>
              <a:rPr lang="es" sz="1200">
                <a:latin typeface="Arial"/>
                <a:ea typeface="Arial"/>
                <a:cs typeface="Arial"/>
                <a:sym typeface="Arial"/>
              </a:rPr>
              <a:t>Diagrama Específico de Caso de Uso: Salida de Vehículos</a:t>
            </a:r>
            <a:endParaRPr sz="1200">
              <a:latin typeface="Arial"/>
              <a:ea typeface="Arial"/>
              <a:cs typeface="Arial"/>
              <a:sym typeface="Arial"/>
            </a:endParaRPr>
          </a:p>
          <a:p>
            <a:pPr indent="-297180" lvl="0" marL="457200" rtl="0" algn="just">
              <a:lnSpc>
                <a:spcPct val="115000"/>
              </a:lnSpc>
              <a:spcBef>
                <a:spcPts val="0"/>
              </a:spcBef>
              <a:spcAft>
                <a:spcPts val="0"/>
              </a:spcAft>
              <a:buSzPct val="100000"/>
              <a:buFont typeface="Arial"/>
              <a:buChar char="●"/>
            </a:pPr>
            <a:r>
              <a:rPr lang="es" sz="1200">
                <a:latin typeface="Arial"/>
                <a:ea typeface="Arial"/>
                <a:cs typeface="Arial"/>
                <a:sym typeface="Arial"/>
              </a:rPr>
              <a:t>Este diagrama detalla los pasos y validaciones asociadas al proceso de salida de vehículos, incluyendo relaciones de inclusión y extensión.</a:t>
            </a:r>
            <a:endParaRPr sz="1200">
              <a:latin typeface="Arial"/>
              <a:ea typeface="Arial"/>
              <a:cs typeface="Arial"/>
              <a:sym typeface="Arial"/>
            </a:endParaRPr>
          </a:p>
          <a:p>
            <a:pPr indent="0" lvl="0" marL="0" rtl="0" algn="just">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2"/>
          <p:cNvSpPr txBox="1"/>
          <p:nvPr>
            <p:ph type="title"/>
          </p:nvPr>
        </p:nvSpPr>
        <p:spPr>
          <a:xfrm>
            <a:off x="311725" y="500925"/>
            <a:ext cx="3706500" cy="25089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0"/>
              </a:spcAft>
              <a:buNone/>
            </a:pPr>
            <a:r>
              <a:t/>
            </a:r>
            <a:endParaRPr/>
          </a:p>
          <a:p>
            <a:pPr indent="0" lvl="0" marL="0" rtl="0" algn="l">
              <a:spcBef>
                <a:spcPts val="1200"/>
              </a:spcBef>
              <a:spcAft>
                <a:spcPts val="0"/>
              </a:spcAft>
              <a:buNone/>
            </a:pPr>
            <a:r>
              <a:t/>
            </a:r>
            <a:endParaRPr/>
          </a:p>
        </p:txBody>
      </p:sp>
      <p:sp>
        <p:nvSpPr>
          <p:cNvPr id="182" name="Google Shape;182;p32"/>
          <p:cNvSpPr txBox="1"/>
          <p:nvPr>
            <p:ph type="title"/>
          </p:nvPr>
        </p:nvSpPr>
        <p:spPr>
          <a:xfrm>
            <a:off x="267950" y="236425"/>
            <a:ext cx="3750300" cy="13158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s" sz="1577" u="sng"/>
              <a:t>Vista Lógica</a:t>
            </a:r>
            <a:endParaRPr sz="1577" u="sng"/>
          </a:p>
          <a:p>
            <a:pPr indent="0" lvl="0" marL="0" rtl="0" algn="l">
              <a:lnSpc>
                <a:spcPct val="115000"/>
              </a:lnSpc>
              <a:spcBef>
                <a:spcPts val="1200"/>
              </a:spcBef>
              <a:spcAft>
                <a:spcPts val="0"/>
              </a:spcAft>
              <a:buNone/>
            </a:pPr>
            <a:r>
              <a:rPr b="1" lang="es"/>
              <a:t>Diagrama de clases:</a:t>
            </a:r>
            <a:endParaRPr b="1"/>
          </a:p>
          <a:p>
            <a:pPr indent="0" lvl="0" marL="0" rtl="0" algn="l">
              <a:spcBef>
                <a:spcPts val="1200"/>
              </a:spcBef>
              <a:spcAft>
                <a:spcPts val="0"/>
              </a:spcAft>
              <a:buNone/>
            </a:pPr>
            <a:r>
              <a:t/>
            </a:r>
            <a:endParaRPr/>
          </a:p>
        </p:txBody>
      </p:sp>
      <p:sp>
        <p:nvSpPr>
          <p:cNvPr id="183" name="Google Shape;183;p32"/>
          <p:cNvSpPr txBox="1"/>
          <p:nvPr>
            <p:ph type="title"/>
          </p:nvPr>
        </p:nvSpPr>
        <p:spPr>
          <a:xfrm>
            <a:off x="0" y="1603700"/>
            <a:ext cx="3706500" cy="1315800"/>
          </a:xfrm>
          <a:prstGeom prst="rect">
            <a:avLst/>
          </a:prstGeom>
        </p:spPr>
        <p:txBody>
          <a:bodyPr anchorCtr="0" anchor="t" bIns="91425" lIns="91425" spcFirstLastPara="1" rIns="91425" wrap="square" tIns="91425">
            <a:normAutofit fontScale="90000"/>
          </a:bodyPr>
          <a:lstStyle/>
          <a:p>
            <a:pPr indent="-285750" lvl="0" marL="457200" rtl="0" algn="just">
              <a:lnSpc>
                <a:spcPct val="115000"/>
              </a:lnSpc>
              <a:spcBef>
                <a:spcPts val="1200"/>
              </a:spcBef>
              <a:spcAft>
                <a:spcPts val="0"/>
              </a:spcAft>
              <a:buSzPct val="82568"/>
              <a:buChar char="●"/>
            </a:pPr>
            <a:r>
              <a:rPr lang="es" sz="1211">
                <a:latin typeface="Arial"/>
                <a:ea typeface="Arial"/>
                <a:cs typeface="Arial"/>
                <a:sym typeface="Arial"/>
              </a:rPr>
              <a:t>Este </a:t>
            </a:r>
            <a:r>
              <a:rPr b="1" lang="es" sz="1211">
                <a:latin typeface="Arial"/>
                <a:ea typeface="Arial"/>
                <a:cs typeface="Arial"/>
                <a:sym typeface="Arial"/>
              </a:rPr>
              <a:t>diagrama de clases UML</a:t>
            </a:r>
            <a:r>
              <a:rPr lang="es" sz="1211">
                <a:latin typeface="Arial"/>
                <a:ea typeface="Arial"/>
                <a:cs typeface="Arial"/>
                <a:sym typeface="Arial"/>
              </a:rPr>
              <a:t> detalla la </a:t>
            </a:r>
            <a:r>
              <a:rPr b="1" lang="es" sz="1211">
                <a:latin typeface="Arial"/>
                <a:ea typeface="Arial"/>
                <a:cs typeface="Arial"/>
                <a:sym typeface="Arial"/>
              </a:rPr>
              <a:t>estructura de datos y lógica</a:t>
            </a:r>
            <a:r>
              <a:rPr lang="es" sz="1211">
                <a:latin typeface="Arial"/>
                <a:ea typeface="Arial"/>
                <a:cs typeface="Arial"/>
                <a:sym typeface="Arial"/>
              </a:rPr>
              <a:t> de un sistema de gestión de salidas. Muestra las clases principales (como Viajero, Formulario, Vehículo, Documento y roles de validación), sus atributos, operaciones y cómo se relacionan entre sí. Sirve para </a:t>
            </a:r>
            <a:r>
              <a:rPr b="1" lang="es" sz="1211">
                <a:latin typeface="Arial"/>
                <a:ea typeface="Arial"/>
                <a:cs typeface="Arial"/>
                <a:sym typeface="Arial"/>
              </a:rPr>
              <a:t>definir las ent</a:t>
            </a:r>
            <a:r>
              <a:rPr b="1" lang="es" sz="1100">
                <a:latin typeface="Arial"/>
                <a:ea typeface="Arial"/>
                <a:cs typeface="Arial"/>
                <a:sym typeface="Arial"/>
              </a:rPr>
              <a:t>idades y sus interacciones</a:t>
            </a:r>
            <a:r>
              <a:rPr lang="es" sz="1100">
                <a:latin typeface="Arial"/>
                <a:ea typeface="Arial"/>
                <a:cs typeface="Arial"/>
                <a:sym typeface="Arial"/>
              </a:rPr>
              <a:t> antes de la programación.</a:t>
            </a:r>
            <a:endParaRPr sz="1000"/>
          </a:p>
          <a:p>
            <a:pPr indent="0" lvl="0" marL="0" rtl="0" algn="l">
              <a:spcBef>
                <a:spcPts val="1200"/>
              </a:spcBef>
              <a:spcAft>
                <a:spcPts val="0"/>
              </a:spcAft>
              <a:buNone/>
            </a:pPr>
            <a:r>
              <a:t/>
            </a:r>
            <a:endParaRPr/>
          </a:p>
        </p:txBody>
      </p:sp>
      <p:pic>
        <p:nvPicPr>
          <p:cNvPr id="184" name="Google Shape;184;p32"/>
          <p:cNvPicPr preferRelativeResize="0"/>
          <p:nvPr/>
        </p:nvPicPr>
        <p:blipFill>
          <a:blip r:embed="rId3">
            <a:alphaModFix/>
          </a:blip>
          <a:stretch>
            <a:fillRect/>
          </a:stretch>
        </p:blipFill>
        <p:spPr>
          <a:xfrm>
            <a:off x="4791925" y="152400"/>
            <a:ext cx="3367637" cy="48386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3"/>
          <p:cNvSpPr txBox="1"/>
          <p:nvPr>
            <p:ph type="title"/>
          </p:nvPr>
        </p:nvSpPr>
        <p:spPr>
          <a:xfrm>
            <a:off x="274950" y="274200"/>
            <a:ext cx="3706500" cy="1528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s" sz="1577" u="sng"/>
              <a:t>Vista Desarrollo</a:t>
            </a:r>
            <a:endParaRPr sz="1577" u="sng"/>
          </a:p>
          <a:p>
            <a:pPr indent="0" lvl="0" marL="0" rtl="0" algn="l">
              <a:lnSpc>
                <a:spcPct val="115000"/>
              </a:lnSpc>
              <a:spcBef>
                <a:spcPts val="1200"/>
              </a:spcBef>
              <a:spcAft>
                <a:spcPts val="0"/>
              </a:spcAft>
              <a:buNone/>
            </a:pPr>
            <a:r>
              <a:rPr b="1" lang="es"/>
              <a:t>Diagrama de componentes:</a:t>
            </a:r>
            <a:endParaRPr b="1"/>
          </a:p>
          <a:p>
            <a:pPr indent="0" lvl="0" marL="0" rtl="0" algn="l">
              <a:spcBef>
                <a:spcPts val="1200"/>
              </a:spcBef>
              <a:spcAft>
                <a:spcPts val="0"/>
              </a:spcAft>
              <a:buNone/>
            </a:pPr>
            <a:r>
              <a:t/>
            </a:r>
            <a:endParaRPr/>
          </a:p>
          <a:p>
            <a:pPr indent="0" lvl="0" marL="0" rtl="0" algn="l">
              <a:spcBef>
                <a:spcPts val="0"/>
              </a:spcBef>
              <a:spcAft>
                <a:spcPts val="0"/>
              </a:spcAft>
              <a:buNone/>
            </a:pPr>
            <a:r>
              <a:t/>
            </a:r>
            <a:endParaRPr/>
          </a:p>
        </p:txBody>
      </p:sp>
      <p:pic>
        <p:nvPicPr>
          <p:cNvPr id="190" name="Google Shape;190;p33"/>
          <p:cNvPicPr preferRelativeResize="0"/>
          <p:nvPr/>
        </p:nvPicPr>
        <p:blipFill>
          <a:blip r:embed="rId3">
            <a:alphaModFix/>
          </a:blip>
          <a:stretch>
            <a:fillRect/>
          </a:stretch>
        </p:blipFill>
        <p:spPr>
          <a:xfrm>
            <a:off x="4488475" y="957625"/>
            <a:ext cx="4572101" cy="3273000"/>
          </a:xfrm>
          <a:prstGeom prst="rect">
            <a:avLst/>
          </a:prstGeom>
          <a:noFill/>
          <a:ln>
            <a:noFill/>
          </a:ln>
        </p:spPr>
      </p:pic>
      <p:sp>
        <p:nvSpPr>
          <p:cNvPr id="191" name="Google Shape;191;p33"/>
          <p:cNvSpPr txBox="1"/>
          <p:nvPr>
            <p:ph type="title"/>
          </p:nvPr>
        </p:nvSpPr>
        <p:spPr>
          <a:xfrm>
            <a:off x="0" y="2050725"/>
            <a:ext cx="3901800" cy="1671900"/>
          </a:xfrm>
          <a:prstGeom prst="rect">
            <a:avLst/>
          </a:prstGeom>
        </p:spPr>
        <p:txBody>
          <a:bodyPr anchorCtr="0" anchor="t" bIns="91425" lIns="91425" spcFirstLastPara="1" rIns="91425" wrap="square" tIns="91425">
            <a:normAutofit fontScale="90000"/>
          </a:bodyPr>
          <a:lstStyle/>
          <a:p>
            <a:pPr indent="-297180" lvl="0" marL="457200" rtl="0" algn="just">
              <a:lnSpc>
                <a:spcPct val="115000"/>
              </a:lnSpc>
              <a:spcBef>
                <a:spcPts val="0"/>
              </a:spcBef>
              <a:spcAft>
                <a:spcPts val="0"/>
              </a:spcAft>
              <a:buSzPct val="100000"/>
              <a:buFont typeface="Arial"/>
              <a:buChar char="●"/>
            </a:pPr>
            <a:r>
              <a:rPr lang="es" sz="1200">
                <a:latin typeface="Arial"/>
                <a:ea typeface="Arial"/>
                <a:cs typeface="Arial"/>
                <a:sym typeface="Arial"/>
              </a:rPr>
              <a:t>Este diagrama de componentes UML muestra la arquitectura de un sistema de gestión de salidas, detallando la interacción entre módulos clave como validación de documentos, gestión de salida, registro de vehículos y soporte de adjuntos, para un flujo eficiente de información entre usuarios y el sistema.</a:t>
            </a:r>
            <a:endParaRPr sz="1200">
              <a:latin typeface="Arial"/>
              <a:ea typeface="Arial"/>
              <a:cs typeface="Arial"/>
              <a:sym typeface="Arial"/>
            </a:endParaRPr>
          </a:p>
          <a:p>
            <a:pPr indent="0" lvl="0" marL="0" rtl="0" algn="just">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4"/>
          <p:cNvSpPr txBox="1"/>
          <p:nvPr>
            <p:ph type="title"/>
          </p:nvPr>
        </p:nvSpPr>
        <p:spPr>
          <a:xfrm>
            <a:off x="274950" y="274200"/>
            <a:ext cx="3706500" cy="1528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s" sz="1577" u="sng"/>
              <a:t>Vista Desarrollo</a:t>
            </a:r>
            <a:endParaRPr sz="1577" u="sng"/>
          </a:p>
          <a:p>
            <a:pPr indent="0" lvl="0" marL="0" rtl="0" algn="l">
              <a:lnSpc>
                <a:spcPct val="115000"/>
              </a:lnSpc>
              <a:spcBef>
                <a:spcPts val="1200"/>
              </a:spcBef>
              <a:spcAft>
                <a:spcPts val="0"/>
              </a:spcAft>
              <a:buNone/>
            </a:pPr>
            <a:r>
              <a:rPr b="1" lang="es"/>
              <a:t>Diagrama de paquetes:</a:t>
            </a:r>
            <a:endParaRPr b="1"/>
          </a:p>
          <a:p>
            <a:pPr indent="0" lvl="0" marL="0" rtl="0" algn="l">
              <a:spcBef>
                <a:spcPts val="1200"/>
              </a:spcBef>
              <a:spcAft>
                <a:spcPts val="0"/>
              </a:spcAft>
              <a:buNone/>
            </a:pPr>
            <a:r>
              <a:t/>
            </a:r>
            <a:endParaRPr/>
          </a:p>
          <a:p>
            <a:pPr indent="0" lvl="0" marL="0" rtl="0" algn="just">
              <a:spcBef>
                <a:spcPts val="0"/>
              </a:spcBef>
              <a:spcAft>
                <a:spcPts val="0"/>
              </a:spcAft>
              <a:buNone/>
            </a:pPr>
            <a:r>
              <a:t/>
            </a:r>
            <a:endParaRPr sz="1200">
              <a:solidFill>
                <a:srgbClr val="000000"/>
              </a:solidFill>
              <a:latin typeface="Arial"/>
              <a:ea typeface="Arial"/>
              <a:cs typeface="Arial"/>
              <a:sym typeface="Arial"/>
            </a:endParaRPr>
          </a:p>
          <a:p>
            <a:pPr indent="0" lvl="0" marL="0" rtl="0" algn="just">
              <a:spcBef>
                <a:spcPts val="0"/>
              </a:spcBef>
              <a:spcAft>
                <a:spcPts val="0"/>
              </a:spcAft>
              <a:buNone/>
            </a:pPr>
            <a:r>
              <a:t/>
            </a:r>
            <a:endParaRPr/>
          </a:p>
        </p:txBody>
      </p:sp>
      <p:pic>
        <p:nvPicPr>
          <p:cNvPr id="197" name="Google Shape;197;p34"/>
          <p:cNvPicPr preferRelativeResize="0"/>
          <p:nvPr/>
        </p:nvPicPr>
        <p:blipFill>
          <a:blip r:embed="rId3">
            <a:alphaModFix/>
          </a:blip>
          <a:stretch>
            <a:fillRect/>
          </a:stretch>
        </p:blipFill>
        <p:spPr>
          <a:xfrm>
            <a:off x="4473500" y="316075"/>
            <a:ext cx="4625075" cy="4322925"/>
          </a:xfrm>
          <a:prstGeom prst="rect">
            <a:avLst/>
          </a:prstGeom>
          <a:noFill/>
          <a:ln>
            <a:noFill/>
          </a:ln>
        </p:spPr>
      </p:pic>
      <p:sp>
        <p:nvSpPr>
          <p:cNvPr id="198" name="Google Shape;198;p34"/>
          <p:cNvSpPr txBox="1"/>
          <p:nvPr/>
        </p:nvSpPr>
        <p:spPr>
          <a:xfrm>
            <a:off x="0" y="2009650"/>
            <a:ext cx="3567300" cy="14604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sz="1200"/>
          </a:p>
          <a:p>
            <a:pPr indent="-295275" lvl="0" marL="457200" rtl="0" algn="just">
              <a:lnSpc>
                <a:spcPct val="115000"/>
              </a:lnSpc>
              <a:spcBef>
                <a:spcPts val="0"/>
              </a:spcBef>
              <a:spcAft>
                <a:spcPts val="0"/>
              </a:spcAft>
              <a:buClr>
                <a:schemeClr val="lt1"/>
              </a:buClr>
              <a:buSzPts val="1050"/>
              <a:buChar char="●"/>
            </a:pPr>
            <a:r>
              <a:rPr lang="es" sz="1050">
                <a:solidFill>
                  <a:schemeClr val="lt1"/>
                </a:solidFill>
              </a:rPr>
              <a:t>El diagrama de paquetes organiza el sistema en capas lógicas que permiten una arquitectura modular, escalable y mantenible. Cada paquete agrupa elementos con responsabilidades similares, siguiendo principios de bajo acoplamiento y alta cohesión</a:t>
            </a:r>
            <a:endParaRPr sz="1050">
              <a:solidFill>
                <a:schemeClr val="lt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5"/>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04" name="Google Shape;204;p35"/>
          <p:cNvSpPr txBox="1"/>
          <p:nvPr>
            <p:ph type="title"/>
          </p:nvPr>
        </p:nvSpPr>
        <p:spPr>
          <a:xfrm>
            <a:off x="274950" y="274200"/>
            <a:ext cx="3706500" cy="1528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s" sz="1577" u="sng"/>
              <a:t>Vista Procesos</a:t>
            </a:r>
            <a:endParaRPr sz="1577" u="sng"/>
          </a:p>
          <a:p>
            <a:pPr indent="0" lvl="0" marL="0" rtl="0" algn="l">
              <a:lnSpc>
                <a:spcPct val="115000"/>
              </a:lnSpc>
              <a:spcBef>
                <a:spcPts val="1200"/>
              </a:spcBef>
              <a:spcAft>
                <a:spcPts val="0"/>
              </a:spcAft>
              <a:buNone/>
            </a:pPr>
            <a:r>
              <a:rPr b="1" lang="es"/>
              <a:t>Diagrama de actividad:</a:t>
            </a:r>
            <a:endParaRPr b="1"/>
          </a:p>
          <a:p>
            <a:pPr indent="0" lvl="0" marL="0" rtl="0" algn="l">
              <a:spcBef>
                <a:spcPts val="1200"/>
              </a:spcBef>
              <a:spcAft>
                <a:spcPts val="0"/>
              </a:spcAft>
              <a:buNone/>
            </a:pPr>
            <a:r>
              <a:t/>
            </a:r>
            <a:endParaRPr/>
          </a:p>
          <a:p>
            <a:pPr indent="0" lvl="0" marL="0" rtl="0" algn="just">
              <a:lnSpc>
                <a:spcPct val="115000"/>
              </a:lnSpc>
              <a:spcBef>
                <a:spcPts val="0"/>
              </a:spcBef>
              <a:spcAft>
                <a:spcPts val="1200"/>
              </a:spcAft>
              <a:buNone/>
            </a:pPr>
            <a:r>
              <a:t/>
            </a:r>
            <a:endParaRPr/>
          </a:p>
        </p:txBody>
      </p:sp>
      <p:pic>
        <p:nvPicPr>
          <p:cNvPr id="205" name="Google Shape;205;p35"/>
          <p:cNvPicPr preferRelativeResize="0"/>
          <p:nvPr/>
        </p:nvPicPr>
        <p:blipFill>
          <a:blip r:embed="rId3">
            <a:alphaModFix/>
          </a:blip>
          <a:stretch>
            <a:fillRect/>
          </a:stretch>
        </p:blipFill>
        <p:spPr>
          <a:xfrm>
            <a:off x="5167125" y="500925"/>
            <a:ext cx="3121490" cy="4438375"/>
          </a:xfrm>
          <a:prstGeom prst="rect">
            <a:avLst/>
          </a:prstGeom>
          <a:noFill/>
          <a:ln>
            <a:noFill/>
          </a:ln>
        </p:spPr>
      </p:pic>
      <p:sp>
        <p:nvSpPr>
          <p:cNvPr id="206" name="Google Shape;206;p35"/>
          <p:cNvSpPr txBox="1"/>
          <p:nvPr>
            <p:ph type="title"/>
          </p:nvPr>
        </p:nvSpPr>
        <p:spPr>
          <a:xfrm>
            <a:off x="0" y="1956000"/>
            <a:ext cx="3706500" cy="1528200"/>
          </a:xfrm>
          <a:prstGeom prst="rect">
            <a:avLst/>
          </a:prstGeom>
        </p:spPr>
        <p:txBody>
          <a:bodyPr anchorCtr="0" anchor="t" bIns="91425" lIns="91425" spcFirstLastPara="1" rIns="91425" wrap="square" tIns="91425">
            <a:normAutofit fontScale="90000"/>
          </a:bodyPr>
          <a:lstStyle/>
          <a:p>
            <a:pPr indent="-297180" lvl="0" marL="457200" marR="381000" rtl="0" algn="just">
              <a:lnSpc>
                <a:spcPct val="115000"/>
              </a:lnSpc>
              <a:spcBef>
                <a:spcPts val="1200"/>
              </a:spcBef>
              <a:spcAft>
                <a:spcPts val="0"/>
              </a:spcAft>
              <a:buSzPct val="100000"/>
              <a:buFont typeface="Arial"/>
              <a:buChar char="●"/>
            </a:pPr>
            <a:r>
              <a:rPr lang="es" sz="1200">
                <a:latin typeface="Arial"/>
                <a:ea typeface="Arial"/>
                <a:cs typeface="Arial"/>
                <a:sym typeface="Arial"/>
              </a:rPr>
              <a:t>El diagrama de actividad  modela el flujo de trabajo relacionado con la "Salida Ciudadano" y la interacción con el "Sistema". Utiliza carriles de natación (swimlanes) para separar las responsabilidades entre el Ciudadano y el Sistema.</a:t>
            </a:r>
            <a:endParaRPr b="1"/>
          </a:p>
          <a:p>
            <a:pPr indent="0" lvl="0" marL="0" rtl="0" algn="l">
              <a:spcBef>
                <a:spcPts val="1200"/>
              </a:spcBef>
              <a:spcAft>
                <a:spcPts val="0"/>
              </a:spcAft>
              <a:buNone/>
            </a:pPr>
            <a:r>
              <a:t/>
            </a:r>
            <a:endParaRPr/>
          </a:p>
          <a:p>
            <a:pPr indent="0" lvl="0" marL="457200" rtl="0" algn="just">
              <a:spcBef>
                <a:spcPts val="0"/>
              </a:spcBef>
              <a:spcAft>
                <a:spcPts val="0"/>
              </a:spcAft>
              <a:buNone/>
            </a:pPr>
            <a:r>
              <a:t/>
            </a:r>
            <a:endParaRPr sz="1200">
              <a:solidFill>
                <a:srgbClr val="000000"/>
              </a:solidFill>
              <a:latin typeface="Arial"/>
              <a:ea typeface="Arial"/>
              <a:cs typeface="Arial"/>
              <a:sym typeface="Arial"/>
            </a:endParaRPr>
          </a:p>
          <a:p>
            <a:pPr indent="0" lvl="0" marL="0" rtl="0" algn="just">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t/>
            </a:r>
            <a:endParaRPr sz="1400">
              <a:solidFill>
                <a:srgbClr val="000000"/>
              </a:solidFill>
              <a:latin typeface="Arial"/>
              <a:ea typeface="Arial"/>
              <a:cs typeface="Arial"/>
              <a:sym typeface="Arial"/>
            </a:endParaRPr>
          </a:p>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6"/>
          <p:cNvSpPr txBox="1"/>
          <p:nvPr>
            <p:ph type="title"/>
          </p:nvPr>
        </p:nvSpPr>
        <p:spPr>
          <a:xfrm>
            <a:off x="302300" y="129325"/>
            <a:ext cx="3706500" cy="1528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s" sz="1577" u="sng"/>
              <a:t>Vista Física</a:t>
            </a:r>
            <a:endParaRPr sz="1577" u="sng"/>
          </a:p>
          <a:p>
            <a:pPr indent="0" lvl="0" marL="0" rtl="0" algn="l">
              <a:lnSpc>
                <a:spcPct val="115000"/>
              </a:lnSpc>
              <a:spcBef>
                <a:spcPts val="1200"/>
              </a:spcBef>
              <a:spcAft>
                <a:spcPts val="0"/>
              </a:spcAft>
              <a:buNone/>
            </a:pPr>
            <a:r>
              <a:rPr b="1" lang="es"/>
              <a:t>Diagrama de despliegue</a:t>
            </a:r>
            <a:endParaRPr b="1"/>
          </a:p>
          <a:p>
            <a:pPr indent="0" lvl="0" marL="0" rtl="0" algn="l">
              <a:spcBef>
                <a:spcPts val="1200"/>
              </a:spcBef>
              <a:spcAft>
                <a:spcPts val="0"/>
              </a:spcAft>
              <a:buNone/>
            </a:pPr>
            <a:r>
              <a:t/>
            </a:r>
            <a:endParaRPr/>
          </a:p>
          <a:p>
            <a:pPr indent="0" lvl="0" marL="457200" rtl="0" algn="just">
              <a:spcBef>
                <a:spcPts val="0"/>
              </a:spcBef>
              <a:spcAft>
                <a:spcPts val="0"/>
              </a:spcAft>
              <a:buNone/>
            </a:pPr>
            <a:r>
              <a:t/>
            </a:r>
            <a:endParaRPr sz="1200">
              <a:solidFill>
                <a:srgbClr val="000000"/>
              </a:solidFill>
              <a:latin typeface="Arial"/>
              <a:ea typeface="Arial"/>
              <a:cs typeface="Arial"/>
              <a:sym typeface="Arial"/>
            </a:endParaRPr>
          </a:p>
          <a:p>
            <a:pPr indent="0" lvl="0" marL="0" rtl="0" algn="just">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t/>
            </a:r>
            <a:endParaRPr sz="1400">
              <a:solidFill>
                <a:srgbClr val="000000"/>
              </a:solidFill>
              <a:latin typeface="Arial"/>
              <a:ea typeface="Arial"/>
              <a:cs typeface="Arial"/>
              <a:sym typeface="Arial"/>
            </a:endParaRPr>
          </a:p>
          <a:p>
            <a:pPr indent="0" lvl="0" marL="0" rtl="0" algn="l">
              <a:spcBef>
                <a:spcPts val="0"/>
              </a:spcBef>
              <a:spcAft>
                <a:spcPts val="0"/>
              </a:spcAft>
              <a:buNone/>
            </a:pPr>
            <a:r>
              <a:t/>
            </a:r>
            <a:endParaRPr/>
          </a:p>
        </p:txBody>
      </p:sp>
      <p:sp>
        <p:nvSpPr>
          <p:cNvPr id="212" name="Google Shape;212;p36"/>
          <p:cNvSpPr txBox="1"/>
          <p:nvPr>
            <p:ph type="title"/>
          </p:nvPr>
        </p:nvSpPr>
        <p:spPr>
          <a:xfrm>
            <a:off x="0" y="2026150"/>
            <a:ext cx="3706500" cy="1528200"/>
          </a:xfrm>
          <a:prstGeom prst="rect">
            <a:avLst/>
          </a:prstGeom>
        </p:spPr>
        <p:txBody>
          <a:bodyPr anchorCtr="0" anchor="t" bIns="91425" lIns="91425" spcFirstLastPara="1" rIns="91425" wrap="square" tIns="91425">
            <a:normAutofit fontScale="90000"/>
          </a:bodyPr>
          <a:lstStyle/>
          <a:p>
            <a:pPr indent="-297180" lvl="0" marL="457200" marR="381000" rtl="0" algn="just">
              <a:lnSpc>
                <a:spcPct val="115000"/>
              </a:lnSpc>
              <a:spcBef>
                <a:spcPts val="1200"/>
              </a:spcBef>
              <a:spcAft>
                <a:spcPts val="0"/>
              </a:spcAft>
              <a:buSzPct val="100000"/>
              <a:buFont typeface="Arial"/>
              <a:buChar char="●"/>
            </a:pPr>
            <a:r>
              <a:rPr lang="es" sz="1200">
                <a:latin typeface="Arial"/>
                <a:ea typeface="Arial"/>
                <a:cs typeface="Arial"/>
                <a:sym typeface="Arial"/>
              </a:rPr>
              <a:t>Este diagrama representa los nodos físicos involucrados en la ejecución del sistema, incluyendo dispositivos cliente, el servidor central y la base de datos. También muestra cómo interactúan los distintos actores (viajero, técnico, jefe operativo) con el sistema a través de navegadores web.</a:t>
            </a:r>
            <a:endParaRPr b="1"/>
          </a:p>
          <a:p>
            <a:pPr indent="0" lvl="0" marL="0" rtl="0" algn="l">
              <a:spcBef>
                <a:spcPts val="1200"/>
              </a:spcBef>
              <a:spcAft>
                <a:spcPts val="0"/>
              </a:spcAft>
              <a:buNone/>
            </a:pPr>
            <a:r>
              <a:t/>
            </a:r>
            <a:endParaRPr/>
          </a:p>
          <a:p>
            <a:pPr indent="0" lvl="0" marL="457200" rtl="0" algn="just">
              <a:spcBef>
                <a:spcPts val="0"/>
              </a:spcBef>
              <a:spcAft>
                <a:spcPts val="0"/>
              </a:spcAft>
              <a:buNone/>
            </a:pPr>
            <a:r>
              <a:t/>
            </a:r>
            <a:endParaRPr sz="1200">
              <a:solidFill>
                <a:srgbClr val="000000"/>
              </a:solidFill>
              <a:latin typeface="Arial"/>
              <a:ea typeface="Arial"/>
              <a:cs typeface="Arial"/>
              <a:sym typeface="Arial"/>
            </a:endParaRPr>
          </a:p>
          <a:p>
            <a:pPr indent="0" lvl="0" marL="0" rtl="0" algn="just">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t/>
            </a:r>
            <a:endParaRPr sz="1400">
              <a:solidFill>
                <a:srgbClr val="000000"/>
              </a:solidFill>
              <a:latin typeface="Arial"/>
              <a:ea typeface="Arial"/>
              <a:cs typeface="Arial"/>
              <a:sym typeface="Arial"/>
            </a:endParaRPr>
          </a:p>
          <a:p>
            <a:pPr indent="0" lvl="0" marL="0" rtl="0" algn="l">
              <a:spcBef>
                <a:spcPts val="0"/>
              </a:spcBef>
              <a:spcAft>
                <a:spcPts val="0"/>
              </a:spcAft>
              <a:buNone/>
            </a:pPr>
            <a:r>
              <a:t/>
            </a:r>
            <a:endParaRPr/>
          </a:p>
        </p:txBody>
      </p:sp>
      <p:pic>
        <p:nvPicPr>
          <p:cNvPr id="213" name="Google Shape;213;p36"/>
          <p:cNvPicPr preferRelativeResize="0"/>
          <p:nvPr/>
        </p:nvPicPr>
        <p:blipFill>
          <a:blip r:embed="rId3">
            <a:alphaModFix/>
          </a:blip>
          <a:stretch>
            <a:fillRect/>
          </a:stretch>
        </p:blipFill>
        <p:spPr>
          <a:xfrm>
            <a:off x="4331150" y="567175"/>
            <a:ext cx="4786100" cy="3916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7"/>
          <p:cNvSpPr txBox="1"/>
          <p:nvPr>
            <p:ph type="title"/>
          </p:nvPr>
        </p:nvSpPr>
        <p:spPr>
          <a:xfrm>
            <a:off x="331150" y="227025"/>
            <a:ext cx="3640500" cy="995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Diseños del prototipo</a:t>
            </a:r>
            <a:endParaRPr b="1"/>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19" name="Google Shape;219;p37"/>
          <p:cNvSpPr txBox="1"/>
          <p:nvPr>
            <p:ph type="title"/>
          </p:nvPr>
        </p:nvSpPr>
        <p:spPr>
          <a:xfrm>
            <a:off x="4449425" y="107400"/>
            <a:ext cx="4479000" cy="4723200"/>
          </a:xfrm>
          <a:prstGeom prst="rect">
            <a:avLst/>
          </a:prstGeom>
        </p:spPr>
        <p:txBody>
          <a:bodyPr anchorCtr="0" anchor="t" bIns="91425" lIns="91425" spcFirstLastPara="1" rIns="91425" wrap="square" tIns="91425">
            <a:noAutofit/>
          </a:bodyPr>
          <a:lstStyle/>
          <a:p>
            <a:pPr indent="0" lvl="0" marL="0" rtl="0" algn="just">
              <a:lnSpc>
                <a:spcPct val="115000"/>
              </a:lnSpc>
              <a:spcBef>
                <a:spcPts val="1200"/>
              </a:spcBef>
              <a:spcAft>
                <a:spcPts val="0"/>
              </a:spcAft>
              <a:buNone/>
            </a:pPr>
            <a:br>
              <a:rPr lang="es" sz="1000">
                <a:solidFill>
                  <a:srgbClr val="000000"/>
                </a:solidFill>
                <a:latin typeface="Arial"/>
                <a:ea typeface="Arial"/>
                <a:cs typeface="Arial"/>
                <a:sym typeface="Arial"/>
              </a:rPr>
            </a:br>
            <a:endParaRPr sz="1000">
              <a:solidFill>
                <a:srgbClr val="000000"/>
              </a:solidFill>
              <a:latin typeface="Arial"/>
              <a:ea typeface="Arial"/>
              <a:cs typeface="Arial"/>
              <a:sym typeface="Arial"/>
            </a:endParaRPr>
          </a:p>
          <a:p>
            <a:pPr indent="0" lvl="0" marL="0" rtl="0" algn="l">
              <a:spcBef>
                <a:spcPts val="1200"/>
              </a:spcBef>
              <a:spcAft>
                <a:spcPts val="0"/>
              </a:spcAft>
              <a:buNone/>
            </a:pPr>
            <a:r>
              <a:rPr lang="es" sz="700"/>
              <a:t>LI</a:t>
            </a:r>
            <a:endParaRPr sz="700"/>
          </a:p>
        </p:txBody>
      </p:sp>
      <p:sp>
        <p:nvSpPr>
          <p:cNvPr id="220" name="Google Shape;220;p37"/>
          <p:cNvSpPr txBox="1"/>
          <p:nvPr/>
        </p:nvSpPr>
        <p:spPr>
          <a:xfrm>
            <a:off x="331150" y="1135350"/>
            <a:ext cx="3640500" cy="12834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s" sz="1700">
                <a:solidFill>
                  <a:srgbClr val="FFFFFF"/>
                </a:solidFill>
              </a:rPr>
              <a:t>Propósito:</a:t>
            </a:r>
            <a:endParaRPr b="1" sz="1700">
              <a:solidFill>
                <a:srgbClr val="FFFFFF"/>
              </a:solidFill>
            </a:endParaRPr>
          </a:p>
          <a:p>
            <a:pPr indent="0" lvl="0" marL="0" rtl="0" algn="l">
              <a:spcBef>
                <a:spcPts val="0"/>
              </a:spcBef>
              <a:spcAft>
                <a:spcPts val="0"/>
              </a:spcAft>
              <a:buNone/>
            </a:pPr>
            <a:r>
              <a:rPr lang="es">
                <a:solidFill>
                  <a:schemeClr val="lt1"/>
                </a:solidFill>
              </a:rPr>
              <a:t>Diseñar visualmente cómo se verán las pantallas del sistema, para poder evaluar la experiencia del usuario y mejorarla antes de programar</a:t>
            </a:r>
            <a:endParaRPr b="1" sz="1700">
              <a:solidFill>
                <a:srgbClr val="FFFFFF"/>
              </a:solidFill>
            </a:endParaRPr>
          </a:p>
        </p:txBody>
      </p:sp>
      <p:pic>
        <p:nvPicPr>
          <p:cNvPr id="221" name="Google Shape;221;p37"/>
          <p:cNvPicPr preferRelativeResize="0"/>
          <p:nvPr/>
        </p:nvPicPr>
        <p:blipFill>
          <a:blip r:embed="rId3">
            <a:alphaModFix/>
          </a:blip>
          <a:stretch>
            <a:fillRect/>
          </a:stretch>
        </p:blipFill>
        <p:spPr>
          <a:xfrm>
            <a:off x="4318100" y="303900"/>
            <a:ext cx="4825901" cy="4535675"/>
          </a:xfrm>
          <a:prstGeom prst="rect">
            <a:avLst/>
          </a:prstGeom>
          <a:noFill/>
          <a:ln>
            <a:noFill/>
          </a:ln>
        </p:spPr>
      </p:pic>
      <p:sp>
        <p:nvSpPr>
          <p:cNvPr id="222" name="Google Shape;222;p37"/>
          <p:cNvSpPr txBox="1"/>
          <p:nvPr/>
        </p:nvSpPr>
        <p:spPr>
          <a:xfrm>
            <a:off x="1608075" y="4509050"/>
            <a:ext cx="1263900" cy="58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300">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lang="es" sz="1100" u="sng">
                <a:solidFill>
                  <a:schemeClr val="hlink"/>
                </a:solidFill>
                <a:hlinkClick r:id="rId4"/>
              </a:rPr>
              <a:t>Link a Prototipo</a:t>
            </a:r>
            <a:endParaRPr sz="1300">
              <a:solidFill>
                <a:schemeClr val="dk2"/>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8"/>
          <p:cNvSpPr txBox="1"/>
          <p:nvPr>
            <p:ph type="title"/>
          </p:nvPr>
        </p:nvSpPr>
        <p:spPr>
          <a:xfrm>
            <a:off x="166750" y="227025"/>
            <a:ext cx="3867600" cy="830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Evaluación</a:t>
            </a:r>
            <a:r>
              <a:rPr b="1" lang="es"/>
              <a:t> de calidad basada en </a:t>
            </a:r>
            <a:r>
              <a:rPr b="1" lang="es"/>
              <a:t>Heuristica</a:t>
            </a:r>
            <a:r>
              <a:rPr b="1" lang="es"/>
              <a:t> de nielsen</a:t>
            </a:r>
            <a:endParaRPr b="1"/>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28" name="Google Shape;228;p38"/>
          <p:cNvSpPr txBox="1"/>
          <p:nvPr>
            <p:ph type="title"/>
          </p:nvPr>
        </p:nvSpPr>
        <p:spPr>
          <a:xfrm>
            <a:off x="4572000" y="107400"/>
            <a:ext cx="4537800" cy="4723200"/>
          </a:xfrm>
          <a:prstGeom prst="rect">
            <a:avLst/>
          </a:prstGeom>
        </p:spPr>
        <p:txBody>
          <a:bodyPr anchorCtr="0" anchor="t" bIns="91425" lIns="91425" spcFirstLastPara="1" rIns="91425" wrap="square" tIns="91425">
            <a:noAutofit/>
          </a:bodyPr>
          <a:lstStyle/>
          <a:p>
            <a:pPr indent="0" lvl="0" marL="0" rtl="0" algn="just">
              <a:lnSpc>
                <a:spcPct val="115000"/>
              </a:lnSpc>
              <a:spcBef>
                <a:spcPts val="1200"/>
              </a:spcBef>
              <a:spcAft>
                <a:spcPts val="0"/>
              </a:spcAft>
              <a:buNone/>
            </a:pPr>
            <a:br>
              <a:rPr lang="es" sz="1000">
                <a:solidFill>
                  <a:srgbClr val="000000"/>
                </a:solidFill>
                <a:latin typeface="Arial"/>
                <a:ea typeface="Arial"/>
                <a:cs typeface="Arial"/>
                <a:sym typeface="Arial"/>
              </a:rPr>
            </a:br>
            <a:endParaRPr sz="1000">
              <a:solidFill>
                <a:srgbClr val="000000"/>
              </a:solidFill>
              <a:latin typeface="Arial"/>
              <a:ea typeface="Arial"/>
              <a:cs typeface="Arial"/>
              <a:sym typeface="Arial"/>
            </a:endParaRPr>
          </a:p>
          <a:p>
            <a:pPr indent="0" lvl="0" marL="0" rtl="0" algn="l">
              <a:spcBef>
                <a:spcPts val="1200"/>
              </a:spcBef>
              <a:spcAft>
                <a:spcPts val="0"/>
              </a:spcAft>
              <a:buNone/>
            </a:pPr>
            <a:r>
              <a:t/>
            </a:r>
            <a:endParaRPr sz="700"/>
          </a:p>
        </p:txBody>
      </p:sp>
      <p:sp>
        <p:nvSpPr>
          <p:cNvPr id="229" name="Google Shape;229;p38"/>
          <p:cNvSpPr txBox="1"/>
          <p:nvPr/>
        </p:nvSpPr>
        <p:spPr>
          <a:xfrm>
            <a:off x="166750" y="1759850"/>
            <a:ext cx="3647100" cy="29538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s" sz="1700">
                <a:solidFill>
                  <a:srgbClr val="FFFFFF"/>
                </a:solidFill>
              </a:rPr>
              <a:t>Propósito: </a:t>
            </a:r>
            <a:r>
              <a:rPr lang="es" sz="1700">
                <a:solidFill>
                  <a:srgbClr val="FFFFFF"/>
                </a:solidFill>
              </a:rPr>
              <a:t>Evaluar la usabilidad del prototipo según los 10 principios de Nielsen, para identificar mejoras antes de desarrollar el sistema.</a:t>
            </a:r>
            <a:endParaRPr sz="1700">
              <a:solidFill>
                <a:srgbClr val="FFFFFF"/>
              </a:solidFill>
            </a:endParaRPr>
          </a:p>
          <a:p>
            <a:pPr indent="0" lvl="0" marL="0" rtl="0" algn="l">
              <a:spcBef>
                <a:spcPts val="0"/>
              </a:spcBef>
              <a:spcAft>
                <a:spcPts val="0"/>
              </a:spcAft>
              <a:buNone/>
            </a:pPr>
            <a:r>
              <a:t/>
            </a:r>
            <a:endParaRPr sz="1300">
              <a:solidFill>
                <a:srgbClr val="FFFFFF"/>
              </a:solidFill>
            </a:endParaRPr>
          </a:p>
          <a:p>
            <a:pPr indent="0" lvl="0" marL="0" rtl="0" algn="l">
              <a:spcBef>
                <a:spcPts val="0"/>
              </a:spcBef>
              <a:spcAft>
                <a:spcPts val="0"/>
              </a:spcAft>
              <a:buNone/>
            </a:pPr>
            <a:r>
              <a:t/>
            </a:r>
            <a:endParaRPr sz="1300">
              <a:solidFill>
                <a:srgbClr val="FFFFFF"/>
              </a:solidFill>
            </a:endParaRPr>
          </a:p>
          <a:p>
            <a:pPr indent="0" lvl="0" marL="0" rtl="0" algn="l">
              <a:spcBef>
                <a:spcPts val="0"/>
              </a:spcBef>
              <a:spcAft>
                <a:spcPts val="0"/>
              </a:spcAft>
              <a:buNone/>
            </a:pPr>
            <a:r>
              <a:t/>
            </a:r>
            <a:endParaRPr sz="1300">
              <a:solidFill>
                <a:srgbClr val="FFFFFF"/>
              </a:solidFill>
            </a:endParaRPr>
          </a:p>
          <a:p>
            <a:pPr indent="0" lvl="0" marL="0" rtl="0" algn="l">
              <a:spcBef>
                <a:spcPts val="0"/>
              </a:spcBef>
              <a:spcAft>
                <a:spcPts val="0"/>
              </a:spcAft>
              <a:buNone/>
            </a:pPr>
            <a:r>
              <a:t/>
            </a:r>
            <a:endParaRPr sz="1300">
              <a:solidFill>
                <a:srgbClr val="FFFFFF"/>
              </a:solidFill>
            </a:endParaRPr>
          </a:p>
          <a:p>
            <a:pPr indent="0" lvl="0" marL="0" rtl="0" algn="l">
              <a:spcBef>
                <a:spcPts val="0"/>
              </a:spcBef>
              <a:spcAft>
                <a:spcPts val="0"/>
              </a:spcAft>
              <a:buNone/>
            </a:pPr>
            <a:r>
              <a:t/>
            </a:r>
            <a:endParaRPr sz="1300">
              <a:solidFill>
                <a:srgbClr val="FFFFFF"/>
              </a:solidFill>
            </a:endParaRPr>
          </a:p>
          <a:p>
            <a:pPr indent="0" lvl="0" marL="0" rtl="0" algn="l">
              <a:spcBef>
                <a:spcPts val="0"/>
              </a:spcBef>
              <a:spcAft>
                <a:spcPts val="0"/>
              </a:spcAft>
              <a:buNone/>
            </a:pPr>
            <a:r>
              <a:t/>
            </a:r>
            <a:endParaRPr sz="1300">
              <a:solidFill>
                <a:srgbClr val="FFFFFF"/>
              </a:solidFill>
            </a:endParaRPr>
          </a:p>
          <a:p>
            <a:pPr indent="0" lvl="0" marL="0" rtl="0" algn="l">
              <a:spcBef>
                <a:spcPts val="0"/>
              </a:spcBef>
              <a:spcAft>
                <a:spcPts val="0"/>
              </a:spcAft>
              <a:buNone/>
            </a:pPr>
            <a:r>
              <a:t/>
            </a:r>
            <a:endParaRPr sz="1300">
              <a:solidFill>
                <a:srgbClr val="FFFFFF"/>
              </a:solidFill>
            </a:endParaRPr>
          </a:p>
          <a:p>
            <a:pPr indent="0" lvl="0" marL="0" rtl="0" algn="l">
              <a:spcBef>
                <a:spcPts val="0"/>
              </a:spcBef>
              <a:spcAft>
                <a:spcPts val="0"/>
              </a:spcAft>
              <a:buNone/>
            </a:pPr>
            <a:r>
              <a:t/>
            </a:r>
            <a:endParaRPr sz="1300">
              <a:solidFill>
                <a:srgbClr val="FFFFFF"/>
              </a:solidFill>
            </a:endParaRPr>
          </a:p>
          <a:p>
            <a:pPr indent="0" lvl="0" marL="0" rtl="0" algn="l">
              <a:spcBef>
                <a:spcPts val="0"/>
              </a:spcBef>
              <a:spcAft>
                <a:spcPts val="0"/>
              </a:spcAft>
              <a:buNone/>
            </a:pPr>
            <a:r>
              <a:t/>
            </a:r>
            <a:endParaRPr sz="1300">
              <a:solidFill>
                <a:srgbClr val="FFFFFF"/>
              </a:solidFill>
            </a:endParaRPr>
          </a:p>
          <a:p>
            <a:pPr indent="0" lvl="0" marL="0" rtl="0" algn="l">
              <a:spcBef>
                <a:spcPts val="0"/>
              </a:spcBef>
              <a:spcAft>
                <a:spcPts val="0"/>
              </a:spcAft>
              <a:buNone/>
            </a:pPr>
            <a:r>
              <a:t/>
            </a:r>
            <a:endParaRPr sz="1300">
              <a:solidFill>
                <a:srgbClr val="FFFFFF"/>
              </a:solidFill>
            </a:endParaRPr>
          </a:p>
          <a:p>
            <a:pPr indent="0" lvl="0" marL="0" rtl="0" algn="l">
              <a:spcBef>
                <a:spcPts val="0"/>
              </a:spcBef>
              <a:spcAft>
                <a:spcPts val="0"/>
              </a:spcAft>
              <a:buNone/>
            </a:pPr>
            <a:r>
              <a:t/>
            </a:r>
            <a:endParaRPr sz="1300">
              <a:solidFill>
                <a:srgbClr val="FFFFFF"/>
              </a:solidFill>
            </a:endParaRPr>
          </a:p>
          <a:p>
            <a:pPr indent="0" lvl="0" marL="0" rtl="0" algn="l">
              <a:spcBef>
                <a:spcPts val="0"/>
              </a:spcBef>
              <a:spcAft>
                <a:spcPts val="0"/>
              </a:spcAft>
              <a:buNone/>
            </a:pPr>
            <a:r>
              <a:t/>
            </a:r>
            <a:endParaRPr sz="1300">
              <a:solidFill>
                <a:srgbClr val="FFFFFF"/>
              </a:solidFill>
            </a:endParaRPr>
          </a:p>
          <a:p>
            <a:pPr indent="0" lvl="0" marL="0" rtl="0" algn="l">
              <a:spcBef>
                <a:spcPts val="0"/>
              </a:spcBef>
              <a:spcAft>
                <a:spcPts val="0"/>
              </a:spcAft>
              <a:buNone/>
            </a:pPr>
            <a:r>
              <a:rPr lang="es" sz="1300">
                <a:solidFill>
                  <a:srgbClr val="FFFFFF"/>
                </a:solidFill>
              </a:rPr>
              <a:t>CHECKLIST—--------------------------------------------&gt;</a:t>
            </a:r>
            <a:endParaRPr sz="1300">
              <a:solidFill>
                <a:srgbClr val="FFFFFF"/>
              </a:solidFill>
            </a:endParaRPr>
          </a:p>
        </p:txBody>
      </p:sp>
      <p:pic>
        <p:nvPicPr>
          <p:cNvPr id="230" name="Google Shape;230;p38"/>
          <p:cNvPicPr preferRelativeResize="0"/>
          <p:nvPr/>
        </p:nvPicPr>
        <p:blipFill>
          <a:blip r:embed="rId3">
            <a:alphaModFix/>
          </a:blip>
          <a:stretch>
            <a:fillRect/>
          </a:stretch>
        </p:blipFill>
        <p:spPr>
          <a:xfrm>
            <a:off x="4339100" y="292500"/>
            <a:ext cx="4770700" cy="45585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9"/>
          <p:cNvSpPr txBox="1"/>
          <p:nvPr>
            <p:ph type="title"/>
          </p:nvPr>
        </p:nvSpPr>
        <p:spPr>
          <a:xfrm>
            <a:off x="213700" y="203550"/>
            <a:ext cx="3846600" cy="1482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C</a:t>
            </a:r>
            <a:r>
              <a:rPr b="1" lang="es"/>
              <a:t>ontrol de versiones y </a:t>
            </a:r>
            <a:r>
              <a:rPr b="1" lang="es"/>
              <a:t>práctica</a:t>
            </a:r>
            <a:r>
              <a:rPr b="1" lang="es"/>
              <a:t> usada</a:t>
            </a:r>
            <a:endParaRPr b="1"/>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36" name="Google Shape;236;p39"/>
          <p:cNvSpPr txBox="1"/>
          <p:nvPr>
            <p:ph type="title"/>
          </p:nvPr>
        </p:nvSpPr>
        <p:spPr>
          <a:xfrm>
            <a:off x="4449425" y="107400"/>
            <a:ext cx="4479000" cy="4723200"/>
          </a:xfrm>
          <a:prstGeom prst="rect">
            <a:avLst/>
          </a:prstGeom>
        </p:spPr>
        <p:txBody>
          <a:bodyPr anchorCtr="0" anchor="t" bIns="91425" lIns="91425" spcFirstLastPara="1" rIns="91425" wrap="square" tIns="91425">
            <a:noAutofit/>
          </a:bodyPr>
          <a:lstStyle/>
          <a:p>
            <a:pPr indent="0" lvl="0" marL="0" rtl="0" algn="just">
              <a:lnSpc>
                <a:spcPct val="115000"/>
              </a:lnSpc>
              <a:spcBef>
                <a:spcPts val="1200"/>
              </a:spcBef>
              <a:spcAft>
                <a:spcPts val="0"/>
              </a:spcAft>
              <a:buNone/>
            </a:pPr>
            <a:br>
              <a:rPr lang="es" sz="1000">
                <a:solidFill>
                  <a:srgbClr val="000000"/>
                </a:solidFill>
                <a:latin typeface="Arial"/>
                <a:ea typeface="Arial"/>
                <a:cs typeface="Arial"/>
                <a:sym typeface="Arial"/>
              </a:rPr>
            </a:br>
            <a:endParaRPr sz="1000">
              <a:solidFill>
                <a:srgbClr val="000000"/>
              </a:solidFill>
              <a:latin typeface="Arial"/>
              <a:ea typeface="Arial"/>
              <a:cs typeface="Arial"/>
              <a:sym typeface="Arial"/>
            </a:endParaRPr>
          </a:p>
          <a:p>
            <a:pPr indent="0" lvl="0" marL="0" rtl="0" algn="l">
              <a:spcBef>
                <a:spcPts val="1200"/>
              </a:spcBef>
              <a:spcAft>
                <a:spcPts val="0"/>
              </a:spcAft>
              <a:buNone/>
            </a:pPr>
            <a:r>
              <a:t/>
            </a:r>
            <a:endParaRPr sz="700"/>
          </a:p>
        </p:txBody>
      </p:sp>
      <p:pic>
        <p:nvPicPr>
          <p:cNvPr id="237" name="Google Shape;237;p39"/>
          <p:cNvPicPr preferRelativeResize="0"/>
          <p:nvPr/>
        </p:nvPicPr>
        <p:blipFill>
          <a:blip r:embed="rId3">
            <a:alphaModFix/>
          </a:blip>
          <a:stretch>
            <a:fillRect/>
          </a:stretch>
        </p:blipFill>
        <p:spPr>
          <a:xfrm rot="223167">
            <a:off x="2882857" y="743680"/>
            <a:ext cx="1261186" cy="706239"/>
          </a:xfrm>
          <a:prstGeom prst="rect">
            <a:avLst/>
          </a:prstGeom>
          <a:noFill/>
          <a:ln>
            <a:noFill/>
          </a:ln>
        </p:spPr>
      </p:pic>
      <p:sp>
        <p:nvSpPr>
          <p:cNvPr id="238" name="Google Shape;238;p39"/>
          <p:cNvSpPr txBox="1"/>
          <p:nvPr/>
        </p:nvSpPr>
        <p:spPr>
          <a:xfrm>
            <a:off x="4407475" y="107400"/>
            <a:ext cx="4602300" cy="4968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s" sz="1157"/>
              <a:t>Herramienta usada:</a:t>
            </a:r>
            <a:endParaRPr b="1" sz="1157"/>
          </a:p>
          <a:p>
            <a:pPr indent="0" lvl="0" marL="0" rtl="0" algn="l">
              <a:spcBef>
                <a:spcPts val="0"/>
              </a:spcBef>
              <a:spcAft>
                <a:spcPts val="0"/>
              </a:spcAft>
              <a:buNone/>
            </a:pPr>
            <a:r>
              <a:t/>
            </a:r>
            <a:endParaRPr b="1" sz="1157"/>
          </a:p>
          <a:p>
            <a:pPr indent="0" lvl="0" marL="0" rtl="0" algn="l">
              <a:spcBef>
                <a:spcPts val="0"/>
              </a:spcBef>
              <a:spcAft>
                <a:spcPts val="0"/>
              </a:spcAft>
              <a:buNone/>
            </a:pPr>
            <a:r>
              <a:rPr lang="es" sz="1157"/>
              <a:t>GitHub, una plataforma en línea para controlar versiones, compartir avances y trabajar en equipo de forma organizada</a:t>
            </a:r>
            <a:endParaRPr sz="1157"/>
          </a:p>
          <a:p>
            <a:pPr indent="0" lvl="0" marL="0" rtl="0" algn="l">
              <a:spcBef>
                <a:spcPts val="0"/>
              </a:spcBef>
              <a:spcAft>
                <a:spcPts val="0"/>
              </a:spcAft>
              <a:buNone/>
            </a:pPr>
            <a:r>
              <a:t/>
            </a:r>
            <a:endParaRPr b="1" sz="1157"/>
          </a:p>
          <a:p>
            <a:pPr indent="0" lvl="0" marL="0" rtl="0" algn="l">
              <a:spcBef>
                <a:spcPts val="0"/>
              </a:spcBef>
              <a:spcAft>
                <a:spcPts val="0"/>
              </a:spcAft>
              <a:buNone/>
            </a:pPr>
            <a:r>
              <a:rPr b="1" lang="es" sz="1157"/>
              <a:t>Práctica usada:</a:t>
            </a:r>
            <a:endParaRPr b="1" sz="1157"/>
          </a:p>
          <a:p>
            <a:pPr indent="0" lvl="0" marL="0" rtl="0" algn="l">
              <a:spcBef>
                <a:spcPts val="0"/>
              </a:spcBef>
              <a:spcAft>
                <a:spcPts val="0"/>
              </a:spcAft>
              <a:buNone/>
            </a:pPr>
            <a:r>
              <a:t/>
            </a:r>
            <a:endParaRPr b="1" sz="1157"/>
          </a:p>
          <a:p>
            <a:pPr indent="0" lvl="0" marL="0" rtl="0" algn="l">
              <a:spcBef>
                <a:spcPts val="0"/>
              </a:spcBef>
              <a:spcAft>
                <a:spcPts val="0"/>
              </a:spcAft>
              <a:buNone/>
            </a:pPr>
            <a:r>
              <a:rPr lang="es" sz="1157"/>
              <a:t>Se aplicó versionado secuencial </a:t>
            </a:r>
            <a:r>
              <a:rPr lang="es" sz="1157"/>
              <a:t>(v1.0, v1.1, v1.2...), </a:t>
            </a:r>
            <a:r>
              <a:rPr lang="es" sz="1157"/>
              <a:t>registrando cada avance importante del proyecto: creación del DAS, mejoras en los mockups, validación de usabilidad, etc.</a:t>
            </a:r>
            <a:endParaRPr sz="1157"/>
          </a:p>
          <a:p>
            <a:pPr indent="0" lvl="0" marL="0" rtl="0" algn="l">
              <a:spcBef>
                <a:spcPts val="0"/>
              </a:spcBef>
              <a:spcAft>
                <a:spcPts val="0"/>
              </a:spcAft>
              <a:buNone/>
            </a:pPr>
            <a:r>
              <a:t/>
            </a:r>
            <a:endParaRPr b="1" sz="1157"/>
          </a:p>
          <a:p>
            <a:pPr indent="0" lvl="0" marL="0" rtl="0" algn="l">
              <a:spcBef>
                <a:spcPts val="0"/>
              </a:spcBef>
              <a:spcAft>
                <a:spcPts val="0"/>
              </a:spcAft>
              <a:buNone/>
            </a:pPr>
            <a:r>
              <a:rPr b="1" lang="es" sz="1157"/>
              <a:t>Justificación:</a:t>
            </a:r>
            <a:endParaRPr b="1" sz="1157"/>
          </a:p>
          <a:p>
            <a:pPr indent="0" lvl="0" marL="0" rtl="0" algn="l">
              <a:spcBef>
                <a:spcPts val="0"/>
              </a:spcBef>
              <a:spcAft>
                <a:spcPts val="0"/>
              </a:spcAft>
              <a:buNone/>
            </a:pPr>
            <a:r>
              <a:t/>
            </a:r>
            <a:endParaRPr b="1" sz="1157"/>
          </a:p>
          <a:p>
            <a:pPr indent="0" lvl="0" marL="0" rtl="0" algn="l">
              <a:lnSpc>
                <a:spcPct val="115000"/>
              </a:lnSpc>
              <a:spcBef>
                <a:spcPts val="1200"/>
              </a:spcBef>
              <a:spcAft>
                <a:spcPts val="0"/>
              </a:spcAft>
              <a:buNone/>
            </a:pPr>
            <a:r>
              <a:rPr lang="es" sz="1157"/>
              <a:t>GitHub permite:</a:t>
            </a:r>
            <a:endParaRPr sz="1157"/>
          </a:p>
          <a:p>
            <a:pPr indent="-289378" lvl="0" marL="457200" rtl="0" algn="l">
              <a:lnSpc>
                <a:spcPct val="115000"/>
              </a:lnSpc>
              <a:spcBef>
                <a:spcPts val="1200"/>
              </a:spcBef>
              <a:spcAft>
                <a:spcPts val="0"/>
              </a:spcAft>
              <a:buSzPts val="957"/>
              <a:buChar char="●"/>
            </a:pPr>
            <a:r>
              <a:rPr lang="es" sz="1157"/>
              <a:t>Subir versiones del proyecto con control de fecha y autor.</a:t>
            </a:r>
            <a:br>
              <a:rPr lang="es" sz="1157"/>
            </a:br>
            <a:endParaRPr sz="1157"/>
          </a:p>
          <a:p>
            <a:pPr indent="-289378" lvl="0" marL="457200" rtl="0" algn="l">
              <a:lnSpc>
                <a:spcPct val="115000"/>
              </a:lnSpc>
              <a:spcBef>
                <a:spcPts val="0"/>
              </a:spcBef>
              <a:spcAft>
                <a:spcPts val="0"/>
              </a:spcAft>
              <a:buSzPts val="957"/>
              <a:buChar char="●"/>
            </a:pPr>
            <a:r>
              <a:rPr lang="es" sz="1157"/>
              <a:t>Mantener un historial ordenado de los cambios.</a:t>
            </a:r>
            <a:br>
              <a:rPr lang="es" sz="1157"/>
            </a:br>
            <a:endParaRPr sz="1157"/>
          </a:p>
          <a:p>
            <a:pPr indent="-289378" lvl="0" marL="457200" rtl="0" algn="l">
              <a:lnSpc>
                <a:spcPct val="115000"/>
              </a:lnSpc>
              <a:spcBef>
                <a:spcPts val="0"/>
              </a:spcBef>
              <a:spcAft>
                <a:spcPts val="0"/>
              </a:spcAft>
              <a:buSzPts val="957"/>
              <a:buChar char="●"/>
            </a:pPr>
            <a:r>
              <a:rPr lang="es" sz="1157"/>
              <a:t>Centralizar el trabajo en un solo lugar accesible para todo el equipo.</a:t>
            </a:r>
            <a:br>
              <a:rPr lang="es" sz="1157"/>
            </a:br>
            <a:endParaRPr sz="1157"/>
          </a:p>
          <a:p>
            <a:pPr indent="-289378" lvl="0" marL="457200" rtl="0" algn="l">
              <a:lnSpc>
                <a:spcPct val="115000"/>
              </a:lnSpc>
              <a:spcBef>
                <a:spcPts val="0"/>
              </a:spcBef>
              <a:spcAft>
                <a:spcPts val="0"/>
              </a:spcAft>
              <a:buSzPts val="957"/>
              <a:buChar char="●"/>
            </a:pPr>
            <a:r>
              <a:rPr lang="es" sz="1157"/>
              <a:t>Simular cómo se trabaja en proyectos reales de desarrollo de software.</a:t>
            </a:r>
            <a:endParaRPr sz="1157"/>
          </a:p>
          <a:p>
            <a:pPr indent="0" lvl="0" marL="0" rtl="0" algn="l">
              <a:spcBef>
                <a:spcPts val="1200"/>
              </a:spcBef>
              <a:spcAft>
                <a:spcPts val="0"/>
              </a:spcAft>
              <a:buNone/>
            </a:pPr>
            <a:r>
              <a:t/>
            </a:r>
            <a:endParaRPr sz="1300">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p:txBody>
      </p:sp>
      <p:sp>
        <p:nvSpPr>
          <p:cNvPr id="239" name="Google Shape;239;p39"/>
          <p:cNvSpPr txBox="1"/>
          <p:nvPr/>
        </p:nvSpPr>
        <p:spPr>
          <a:xfrm>
            <a:off x="6016900" y="4515000"/>
            <a:ext cx="1546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300" u="sng">
                <a:solidFill>
                  <a:schemeClr val="hlink"/>
                </a:solidFill>
                <a:latin typeface="Roboto"/>
                <a:ea typeface="Roboto"/>
                <a:cs typeface="Roboto"/>
                <a:sym typeface="Roboto"/>
                <a:hlinkClick r:id="rId4"/>
              </a:rPr>
              <a:t>Link a Repositorio</a:t>
            </a:r>
            <a:endParaRPr b="1" sz="1300">
              <a:solidFill>
                <a:srgbClr val="FFFFFF"/>
              </a:solidFill>
              <a:latin typeface="Roboto"/>
              <a:ea typeface="Roboto"/>
              <a:cs typeface="Roboto"/>
              <a:sym typeface="Roboto"/>
            </a:endParaRPr>
          </a:p>
        </p:txBody>
      </p:sp>
      <p:pic>
        <p:nvPicPr>
          <p:cNvPr id="240" name="Google Shape;240;p39" title="Captura.PNG"/>
          <p:cNvPicPr preferRelativeResize="0"/>
          <p:nvPr/>
        </p:nvPicPr>
        <p:blipFill>
          <a:blip r:embed="rId5">
            <a:alphaModFix/>
          </a:blip>
          <a:stretch>
            <a:fillRect/>
          </a:stretch>
        </p:blipFill>
        <p:spPr>
          <a:xfrm>
            <a:off x="497638" y="1686150"/>
            <a:ext cx="3371766" cy="315254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0"/>
          <p:cNvSpPr txBox="1"/>
          <p:nvPr>
            <p:ph type="title"/>
          </p:nvPr>
        </p:nvSpPr>
        <p:spPr>
          <a:xfrm>
            <a:off x="253875" y="230975"/>
            <a:ext cx="3706500" cy="1576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2500"/>
              <a:t>Control de versiones y práctica usada</a:t>
            </a:r>
            <a:endParaRPr sz="2500"/>
          </a:p>
        </p:txBody>
      </p:sp>
      <p:sp>
        <p:nvSpPr>
          <p:cNvPr id="246" name="Google Shape;246;p40"/>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47" name="Google Shape;247;p40" title="Captura.PNG"/>
          <p:cNvPicPr preferRelativeResize="0"/>
          <p:nvPr/>
        </p:nvPicPr>
        <p:blipFill>
          <a:blip r:embed="rId3">
            <a:alphaModFix/>
          </a:blip>
          <a:stretch>
            <a:fillRect/>
          </a:stretch>
        </p:blipFill>
        <p:spPr>
          <a:xfrm>
            <a:off x="4572012" y="230975"/>
            <a:ext cx="4186124" cy="1083375"/>
          </a:xfrm>
          <a:prstGeom prst="rect">
            <a:avLst/>
          </a:prstGeom>
          <a:noFill/>
          <a:ln>
            <a:noFill/>
          </a:ln>
        </p:spPr>
      </p:pic>
      <p:pic>
        <p:nvPicPr>
          <p:cNvPr id="248" name="Google Shape;248;p40" title="Captura.PNG"/>
          <p:cNvPicPr preferRelativeResize="0"/>
          <p:nvPr/>
        </p:nvPicPr>
        <p:blipFill>
          <a:blip r:embed="rId4">
            <a:alphaModFix/>
          </a:blip>
          <a:stretch>
            <a:fillRect/>
          </a:stretch>
        </p:blipFill>
        <p:spPr>
          <a:xfrm>
            <a:off x="465525" y="1466050"/>
            <a:ext cx="3241685" cy="3030925"/>
          </a:xfrm>
          <a:prstGeom prst="rect">
            <a:avLst/>
          </a:prstGeom>
          <a:noFill/>
          <a:ln>
            <a:noFill/>
          </a:ln>
        </p:spPr>
      </p:pic>
      <p:pic>
        <p:nvPicPr>
          <p:cNvPr id="249" name="Google Shape;249;p40" title="Captura.PNG"/>
          <p:cNvPicPr preferRelativeResize="0"/>
          <p:nvPr/>
        </p:nvPicPr>
        <p:blipFill>
          <a:blip r:embed="rId5">
            <a:alphaModFix/>
          </a:blip>
          <a:stretch>
            <a:fillRect/>
          </a:stretch>
        </p:blipFill>
        <p:spPr>
          <a:xfrm>
            <a:off x="4588688" y="1508688"/>
            <a:ext cx="4205699" cy="1039625"/>
          </a:xfrm>
          <a:prstGeom prst="rect">
            <a:avLst/>
          </a:prstGeom>
          <a:noFill/>
          <a:ln>
            <a:noFill/>
          </a:ln>
        </p:spPr>
      </p:pic>
      <p:pic>
        <p:nvPicPr>
          <p:cNvPr id="250" name="Google Shape;250;p40" title="Captura.PNG"/>
          <p:cNvPicPr preferRelativeResize="0"/>
          <p:nvPr/>
        </p:nvPicPr>
        <p:blipFill>
          <a:blip r:embed="rId6">
            <a:alphaModFix/>
          </a:blip>
          <a:stretch>
            <a:fillRect/>
          </a:stretch>
        </p:blipFill>
        <p:spPr>
          <a:xfrm>
            <a:off x="4608337" y="2742650"/>
            <a:ext cx="4239074" cy="88746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